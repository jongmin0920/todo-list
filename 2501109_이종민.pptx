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Masters/slideMaster3.xml" ContentType="application/vnd.openxmlformats-officedocument.presentationml.slideMaster+xml"/>
  <Override PartName="/ppt/theme/theme3.xml" ContentType="application/vnd.openxmlformats-officedocument.theme+xml"/>
  <Override PartName="/ppt/slideMasters/slideMaster4.xml" ContentType="application/vnd.openxmlformats-officedocument.presentationml.slideMaster+xml"/>
  <Override PartName="/ppt/theme/theme4.xml" ContentType="application/vnd.openxmlformats-officedocument.theme+xml"/>
  <Override PartName="/ppt/slideMasters/slideMaster5.xml" ContentType="application/vnd.openxmlformats-officedocument.presentationml.slideMaster+xml"/>
  <Override PartName="/ppt/theme/theme5.xml" ContentType="application/vnd.openxmlformats-officedocument.theme+xml"/>
  <Override PartName="/ppt/slideMasters/slideMaster6.xml" ContentType="application/vnd.openxmlformats-officedocument.presentationml.slideMaster+xml"/>
  <Override PartName="/ppt/theme/theme6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 embedTrueTypeFonts="true">
  <p:sldMasterIdLst>
    <p:sldMasterId id="2147483890" r:id="rId77"/>
    <p:sldMasterId id="2147483891" r:id="rId79"/>
    <p:sldMasterId id="2147483892" r:id="rId81"/>
    <p:sldMasterId id="2147483893" r:id="rId83"/>
    <p:sldMasterId id="2147483894" r:id="rId85"/>
    <p:sldMasterId id="2147483895" r:id="rId87"/>
  </p:sldMasterIdLst>
  <p:sldIdLst>
    <p:sldId id="256" r:id="rId89"/>
    <p:sldId id="257" r:id="rId90"/>
    <p:sldId id="258" r:id="rId91"/>
    <p:sldId id="259" r:id="rId92"/>
    <p:sldId id="268" r:id="rId93"/>
    <p:sldId id="267" r:id="rId94"/>
    <p:sldId id="269" r:id="rId95"/>
    <p:sldId id="270" r:id="rId96"/>
    <p:sldId id="273" r:id="rId97"/>
    <p:sldId id="274" r:id="rId98"/>
    <p:sldId id="275" r:id="rId99"/>
    <p:sldId id="271" r:id="rId100"/>
    <p:sldId id="265" r:id="rId10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JASO Sans" panose="020E0002060000000900" pitchFamily="0" charset="1">
        <p:regular r:id="rId1"/>
      </p:font>
    </p:embeddedFont>
    <p:embeddedFont>
      <p:font typeface="Noto Sans Kr Bold" panose="020B0200000000000000" pitchFamily="655369" charset="1">
        <p:regular r:id="rId2"/>
      </p:font>
    </p:embeddedFont>
    <p:embeddedFont>
      <p:font typeface="Noto Sans Kr" panose="020B0200000000000000" pitchFamily="0" charset="1">
        <p:regular r:id="rId3"/>
      </p:font>
    </p:embeddedFont>
    <p:embeddedFont>
      <p:font typeface="Noto Sans Kr Medium" panose="020B0200000000000000" pitchFamily="0" charset="1">
        <p:regular r:id="rId4"/>
      </p:font>
    </p:embeddedFont>
    <p:embeddedFont>
      <p:font typeface="Inter Bold" panose="02000503000000020004" pitchFamily="768" charset="1">
        <p:regular r:id="rId5"/>
      </p:font>
    </p:embeddedFont>
    <p:embeddedFont>
      <p:font typeface="Noto Sans Kr Semi-Bold" panose="020B0200000000000000" pitchFamily="0" charset="1">
        <p:regular r:id="rId6"/>
      </p:font>
    </p:embeddedFont>
    <p:embeddedFont>
      <p:font typeface="Inter Light" panose="02000503000000020004" pitchFamily="655369" charset="1">
        <p:regular r:id="rId7"/>
      </p:font>
    </p:embeddedFont>
    <p:embeddedFont>
      <p:font typeface="Inter Medium" panose="02000503000000020004" pitchFamily="0" charset="1">
        <p:regular r:id="rId8"/>
      </p:font>
    </p:embeddedFont>
    <p:embeddedFont>
      <p:font typeface="Inter" panose="02000503000000020004" pitchFamily="0" charset="1">
        <p:regular r:id="rId9"/>
      </p:font>
    </p:embeddedFont>
  </p:embeddedFontLst>
  <p:extLst>
    <p:ext uri="{EFAFB233-063F-42B5-8137-9DF3F51BA10A}">
      <p15:sldGuideLst xmlns:p15="http://schemas.microsoft.com/office/powerpoint/2012/main">
        <p15:guide id="0" orient="horz" pos="2159" userDrawn="1">
          <p15:clr>
            <a:srgbClr val="A4A3A4"/>
          </p15:clr>
        </p15:guide>
        <p15:guide id="1" pos="2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napToGrid="1" snapToObjects="1">
      <p:cViewPr varScale="1">
        <p:scale>
          <a:sx n="74" d="100"/>
          <a:sy n="74" d="100"/>
        </p:scale>
        <p:origin x="-1092" y="-90"/>
      </p:cViewPr>
      <p:guideLst>
        <p:guide orient="horz" pos="2159"/>
        <p:guide pos="28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font" Target="fonts/font16.fntdata"></Relationship><Relationship Id="rId2" Type="http://schemas.openxmlformats.org/officeDocument/2006/relationships/font" Target="fonts/font17.fntdata"></Relationship><Relationship Id="rId3" Type="http://schemas.openxmlformats.org/officeDocument/2006/relationships/font" Target="fonts/font18.fntdata"></Relationship><Relationship Id="rId4" Type="http://schemas.openxmlformats.org/officeDocument/2006/relationships/font" Target="fonts/font19.fntdata"></Relationship><Relationship Id="rId5" Type="http://schemas.openxmlformats.org/officeDocument/2006/relationships/font" Target="fonts/font20.fntdata"></Relationship><Relationship Id="rId6" Type="http://schemas.openxmlformats.org/officeDocument/2006/relationships/font" Target="fonts/font21.fntdata"></Relationship><Relationship Id="rId7" Type="http://schemas.openxmlformats.org/officeDocument/2006/relationships/font" Target="fonts/font22.fntdata"></Relationship><Relationship Id="rId8" Type="http://schemas.openxmlformats.org/officeDocument/2006/relationships/font" Target="fonts/font23.fntdata"></Relationship><Relationship Id="rId9" Type="http://schemas.openxmlformats.org/officeDocument/2006/relationships/font" Target="fonts/font24.fntdata"></Relationship><Relationship Id="rId10" Type="http://schemas.openxmlformats.org/officeDocument/2006/relationships/tableStyles" Target="tableStyles.xml"></Relationship><Relationship Id="rId77" Type="http://schemas.openxmlformats.org/officeDocument/2006/relationships/slideMaster" Target="slideMasters/slideMaster1.xml"></Relationship><Relationship Id="rId78" Type="http://schemas.openxmlformats.org/officeDocument/2006/relationships/theme" Target="theme/theme1.xml"></Relationship><Relationship Id="rId79" Type="http://schemas.openxmlformats.org/officeDocument/2006/relationships/slideMaster" Target="slideMasters/slideMaster2.xml"></Relationship><Relationship Id="rId81" Type="http://schemas.openxmlformats.org/officeDocument/2006/relationships/slideMaster" Target="slideMasters/slideMaster3.xml"></Relationship><Relationship Id="rId83" Type="http://schemas.openxmlformats.org/officeDocument/2006/relationships/slideMaster" Target="slideMasters/slideMaster4.xml"></Relationship><Relationship Id="rId85" Type="http://schemas.openxmlformats.org/officeDocument/2006/relationships/slideMaster" Target="slideMasters/slideMaster5.xml"></Relationship><Relationship Id="rId87" Type="http://schemas.openxmlformats.org/officeDocument/2006/relationships/slideMaster" Target="slideMasters/slideMaster6.xml"></Relationship><Relationship Id="rId89" Type="http://schemas.openxmlformats.org/officeDocument/2006/relationships/slide" Target="slides/slide1.xml"></Relationship><Relationship Id="rId90" Type="http://schemas.openxmlformats.org/officeDocument/2006/relationships/slide" Target="slides/slide2.xml"></Relationship><Relationship Id="rId91" Type="http://schemas.openxmlformats.org/officeDocument/2006/relationships/slide" Target="slides/slide3.xml"></Relationship><Relationship Id="rId92" Type="http://schemas.openxmlformats.org/officeDocument/2006/relationships/slide" Target="slides/slide4.xml"></Relationship><Relationship Id="rId93" Type="http://schemas.openxmlformats.org/officeDocument/2006/relationships/slide" Target="slides/slide5.xml"></Relationship><Relationship Id="rId94" Type="http://schemas.openxmlformats.org/officeDocument/2006/relationships/slide" Target="slides/slide6.xml"></Relationship><Relationship Id="rId95" Type="http://schemas.openxmlformats.org/officeDocument/2006/relationships/slide" Target="slides/slide7.xml"></Relationship><Relationship Id="rId96" Type="http://schemas.openxmlformats.org/officeDocument/2006/relationships/slide" Target="slides/slide8.xml"></Relationship><Relationship Id="rId97" Type="http://schemas.openxmlformats.org/officeDocument/2006/relationships/slide" Target="slides/slide9.xml"></Relationship><Relationship Id="rId98" Type="http://schemas.openxmlformats.org/officeDocument/2006/relationships/slide" Target="slides/slide10.xml"></Relationship><Relationship Id="rId99" Type="http://schemas.openxmlformats.org/officeDocument/2006/relationships/slide" Target="slides/slide11.xml"></Relationship><Relationship Id="rId100" Type="http://schemas.openxmlformats.org/officeDocument/2006/relationships/slide" Target="slides/slide12.xml"></Relationship><Relationship Id="rId101" Type="http://schemas.openxmlformats.org/officeDocument/2006/relationships/slide" Target="slides/slide13.xml"></Relationship><Relationship Id="rId102" Type="http://schemas.openxmlformats.org/officeDocument/2006/relationships/viewProps" Target="viewProps.xml"></Relationship><Relationship Id="rId103" Type="http://schemas.openxmlformats.org/officeDocument/2006/relationships/presProps" Target="presProps.xml"></Relationship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2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2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2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2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2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2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2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2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2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2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3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3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3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3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3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4.xml"></Relationship></Relationships>
</file>

<file path=ppt/slideLayouts/_rels/slideLayout3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4.xml"></Relationship></Relationships>
</file>

<file path=ppt/slideLayouts/_rels/slideLayout3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4.xml"></Relationship></Relationships>
</file>

<file path=ppt/slideLayouts/_rels/slideLayout3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4.xml"></Relationship></Relationships>
</file>

<file path=ppt/slideLayouts/_rels/slideLayout3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4.xml"></Relationship></Relationships>
</file>

<file path=ppt/slideLayouts/_rels/slideLayout3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4.xml"></Relationship></Relationships>
</file>

<file path=ppt/slideLayouts/_rels/slideLayout4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4.xml"></Relationship></Relationships>
</file>

<file path=ppt/slideLayouts/_rels/slideLayout4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4.xml"></Relationship></Relationships>
</file>

<file path=ppt/slideLayouts/_rels/slideLayout4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4.xml"></Relationship></Relationships>
</file>

<file path=ppt/slideLayouts/_rels/slideLayout4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4.xml"></Relationship></Relationships>
</file>

<file path=ppt/slideLayouts/_rels/slideLayout4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4.xml"></Relationship></Relationships>
</file>

<file path=ppt/slideLayouts/_rels/slideLayout4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5.xml"></Relationship></Relationships>
</file>

<file path=ppt/slideLayouts/_rels/slideLayout4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5.xml"></Relationship></Relationships>
</file>

<file path=ppt/slideLayouts/_rels/slideLayout4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5.xml"></Relationship></Relationships>
</file>

<file path=ppt/slideLayouts/_rels/slideLayout4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5.xml"></Relationship></Relationships>
</file>

<file path=ppt/slideLayouts/_rels/slideLayout4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5.xml"></Relationship></Relationships>
</file>

<file path=ppt/slideLayouts/_rels/slideLayout5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5.xml"></Relationship></Relationships>
</file>

<file path=ppt/slideLayouts/_rels/slideLayout5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5.xml"></Relationship></Relationships>
</file>

<file path=ppt/slideLayouts/_rels/slideLayout5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5.xml"></Relationship></Relationships>
</file>

<file path=ppt/slideLayouts/_rels/slideLayout5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5.xml"></Relationship></Relationships>
</file>

<file path=ppt/slideLayouts/_rels/slideLayout5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5.xml"></Relationship></Relationships>
</file>

<file path=ppt/slideLayouts/_rels/slideLayout5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5.xml"></Relationship></Relationships>
</file>

<file path=ppt/slideLayouts/_rels/slideLayout5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6.xml"></Relationship></Relationships>
</file>

<file path=ppt/slideLayouts/_rels/slideLayout5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6.xml"></Relationship></Relationships>
</file>

<file path=ppt/slideLayouts/_rels/slideLayout5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6.xml"></Relationship></Relationships>
</file>

<file path=ppt/slideLayouts/_rels/slideLayout5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6.xml"></Relationship></Relationships>
</file>

<file path=ppt/slideLayouts/_rels/slideLayout6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6.xml"></Relationship></Relationships>
</file>

<file path=ppt/slideLayouts/_rels/slideLayout6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6.xml"></Relationship></Relationships>
</file>

<file path=ppt/slideLayouts/_rels/slideLayout6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6.xml"></Relationship></Relationships>
</file>

<file path=ppt/slideLayouts/_rels/slideLayout6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6.xml"></Relationship></Relationships>
</file>

<file path=ppt/slideLayouts/_rels/slideLayout6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6.xml"></Relationship></Relationships>
</file>

<file path=ppt/slideLayouts/_rels/slideLayout6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6.xml"></Relationship></Relationships>
</file>

<file path=ppt/slideLayouts/_rels/slideLayout6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6.xm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685800" y="2130425"/>
            <a:ext cx="7773035" cy="147066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371600" y="3886200"/>
            <a:ext cx="6401435" cy="175323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subtitle style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722630" y="4406900"/>
            <a:ext cx="7773035" cy="136271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722630" y="2907030"/>
            <a:ext cx="7773035" cy="150050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457200" y="1600200"/>
            <a:ext cx="4039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4648200" y="1600200"/>
            <a:ext cx="4039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457200" y="1535430"/>
            <a:ext cx="4041140" cy="64008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457200" y="2174875"/>
            <a:ext cx="4041140" cy="39522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 rot="0">
            <a:off x="4645025" y="1535430"/>
            <a:ext cx="4042410" cy="64008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obj"/>
          </p:nvPr>
        </p:nvSpPr>
        <p:spPr>
          <a:xfrm rot="0">
            <a:off x="4645025" y="2174875"/>
            <a:ext cx="4042410" cy="39522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3050"/>
            <a:ext cx="3009265" cy="116268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3575050" y="273050"/>
            <a:ext cx="5112385" cy="585406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457200" y="1435100"/>
            <a:ext cx="3009265" cy="46920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792605" y="4800600"/>
            <a:ext cx="5487035" cy="567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1792605" y="612775"/>
            <a:ext cx="5487035" cy="411543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1792605" y="5367655"/>
            <a:ext cx="5487035" cy="8051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6629400" y="274955"/>
            <a:ext cx="2058035" cy="585216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457200" y="274955"/>
            <a:ext cx="6020435" cy="585216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685800" y="2130425"/>
            <a:ext cx="7773035" cy="147066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371600" y="3886200"/>
            <a:ext cx="6401435" cy="175323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subtitle style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722630" y="4406900"/>
            <a:ext cx="7773035" cy="136271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722630" y="2907030"/>
            <a:ext cx="7773035" cy="150050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457200" y="1600200"/>
            <a:ext cx="4039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4648200" y="1600200"/>
            <a:ext cx="4039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457200" y="1535430"/>
            <a:ext cx="4041140" cy="64008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457200" y="2174875"/>
            <a:ext cx="4041140" cy="39522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 rot="0">
            <a:off x="4645025" y="1535430"/>
            <a:ext cx="4042410" cy="64008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obj"/>
          </p:nvPr>
        </p:nvSpPr>
        <p:spPr>
          <a:xfrm rot="0">
            <a:off x="4645025" y="2174875"/>
            <a:ext cx="4042410" cy="39522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3050"/>
            <a:ext cx="3009265" cy="116268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3575050" y="273050"/>
            <a:ext cx="5112385" cy="585406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457200" y="1435100"/>
            <a:ext cx="3009265" cy="46920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792605" y="4800600"/>
            <a:ext cx="5487035" cy="567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1792605" y="612775"/>
            <a:ext cx="5487035" cy="411543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1792605" y="5367655"/>
            <a:ext cx="5487035" cy="8051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6629400" y="274955"/>
            <a:ext cx="2058035" cy="585216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457200" y="274955"/>
            <a:ext cx="6020435" cy="585216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685800" y="2130425"/>
            <a:ext cx="7773035" cy="147066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371600" y="3886200"/>
            <a:ext cx="6401435" cy="175323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subtitle style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722630" y="4406900"/>
            <a:ext cx="7773035" cy="136271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722630" y="2907030"/>
            <a:ext cx="7773035" cy="150050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457200" y="1600200"/>
            <a:ext cx="4039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4648200" y="1600200"/>
            <a:ext cx="4039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457200" y="1535430"/>
            <a:ext cx="4041140" cy="64008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457200" y="2174875"/>
            <a:ext cx="4041140" cy="39522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 rot="0">
            <a:off x="4645025" y="1535430"/>
            <a:ext cx="4042410" cy="64008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obj"/>
          </p:nvPr>
        </p:nvSpPr>
        <p:spPr>
          <a:xfrm rot="0">
            <a:off x="4645025" y="2174875"/>
            <a:ext cx="4042410" cy="39522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3050"/>
            <a:ext cx="3009265" cy="116268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3575050" y="273050"/>
            <a:ext cx="5112385" cy="585406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457200" y="1435100"/>
            <a:ext cx="3009265" cy="46920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792605" y="4800600"/>
            <a:ext cx="5487035" cy="567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1792605" y="612775"/>
            <a:ext cx="5487035" cy="411543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1792605" y="5367655"/>
            <a:ext cx="5487035" cy="8051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6629400" y="274955"/>
            <a:ext cx="2058035" cy="585216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457200" y="274955"/>
            <a:ext cx="6020435" cy="585216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685800" y="2130425"/>
            <a:ext cx="7773035" cy="147066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371600" y="3886200"/>
            <a:ext cx="6401435" cy="175323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subtitle style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722630" y="4406900"/>
            <a:ext cx="7773035" cy="136271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722630" y="2907030"/>
            <a:ext cx="7773035" cy="150050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457200" y="1600200"/>
            <a:ext cx="4039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4648200" y="1600200"/>
            <a:ext cx="4039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457200" y="1535430"/>
            <a:ext cx="4041140" cy="64008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457200" y="2174875"/>
            <a:ext cx="4041140" cy="39522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 rot="0">
            <a:off x="4645025" y="1535430"/>
            <a:ext cx="4042410" cy="64008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obj"/>
          </p:nvPr>
        </p:nvSpPr>
        <p:spPr>
          <a:xfrm rot="0">
            <a:off x="4645025" y="2174875"/>
            <a:ext cx="4042410" cy="39522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3050"/>
            <a:ext cx="3009265" cy="116268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3575050" y="273050"/>
            <a:ext cx="5112385" cy="585406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457200" y="1435100"/>
            <a:ext cx="3009265" cy="46920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792605" y="4800600"/>
            <a:ext cx="5487035" cy="567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1792605" y="612775"/>
            <a:ext cx="5487035" cy="411543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1792605" y="5367655"/>
            <a:ext cx="5487035" cy="8051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6629400" y="274955"/>
            <a:ext cx="2058035" cy="585216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457200" y="274955"/>
            <a:ext cx="6020435" cy="585216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685800" y="2130425"/>
            <a:ext cx="7773035" cy="147066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371600" y="3886200"/>
            <a:ext cx="6401435" cy="175323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subtitle style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722630" y="4406900"/>
            <a:ext cx="7773035" cy="136271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722630" y="2907030"/>
            <a:ext cx="7773035" cy="150050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457200" y="1600200"/>
            <a:ext cx="4039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4648200" y="1600200"/>
            <a:ext cx="4039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457200" y="1535430"/>
            <a:ext cx="4041140" cy="64008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457200" y="2174875"/>
            <a:ext cx="4041140" cy="39522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 rot="0">
            <a:off x="4645025" y="1535430"/>
            <a:ext cx="4042410" cy="64008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obj"/>
          </p:nvPr>
        </p:nvSpPr>
        <p:spPr>
          <a:xfrm rot="0">
            <a:off x="4645025" y="2174875"/>
            <a:ext cx="4042410" cy="39522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3050"/>
            <a:ext cx="3009265" cy="116268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3575050" y="273050"/>
            <a:ext cx="5112385" cy="585406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457200" y="1435100"/>
            <a:ext cx="3009265" cy="46920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792605" y="4800600"/>
            <a:ext cx="5487035" cy="567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1792605" y="612775"/>
            <a:ext cx="5487035" cy="411543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1792605" y="5367655"/>
            <a:ext cx="5487035" cy="8051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6629400" y="274955"/>
            <a:ext cx="2058035" cy="585216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457200" y="274955"/>
            <a:ext cx="6020435" cy="585216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2.xml"></Relationship><Relationship Id="rId2" Type="http://schemas.openxmlformats.org/officeDocument/2006/relationships/slideLayout" Target="../slideLayouts/slideLayout13.xml"></Relationship><Relationship Id="rId3" Type="http://schemas.openxmlformats.org/officeDocument/2006/relationships/slideLayout" Target="../slideLayouts/slideLayout14.xml"></Relationship><Relationship Id="rId4" Type="http://schemas.openxmlformats.org/officeDocument/2006/relationships/slideLayout" Target="../slideLayouts/slideLayout15.xml"></Relationship><Relationship Id="rId5" Type="http://schemas.openxmlformats.org/officeDocument/2006/relationships/slideLayout" Target="../slideLayouts/slideLayout16.xml"></Relationship><Relationship Id="rId6" Type="http://schemas.openxmlformats.org/officeDocument/2006/relationships/slideLayout" Target="../slideLayouts/slideLayout17.xml"></Relationship><Relationship Id="rId7" Type="http://schemas.openxmlformats.org/officeDocument/2006/relationships/slideLayout" Target="../slideLayouts/slideLayout18.xml"></Relationship><Relationship Id="rId8" Type="http://schemas.openxmlformats.org/officeDocument/2006/relationships/slideLayout" Target="../slideLayouts/slideLayout19.xml"></Relationship><Relationship Id="rId9" Type="http://schemas.openxmlformats.org/officeDocument/2006/relationships/slideLayout" Target="../slideLayouts/slideLayout20.xml"></Relationship><Relationship Id="rId10" Type="http://schemas.openxmlformats.org/officeDocument/2006/relationships/slideLayout" Target="../slideLayouts/slideLayout21.xml"></Relationship><Relationship Id="rId11" Type="http://schemas.openxmlformats.org/officeDocument/2006/relationships/slideLayout" Target="../slideLayouts/slideLayout22.xml"></Relationship><Relationship Id="rId12" Type="http://schemas.openxmlformats.org/officeDocument/2006/relationships/theme" Target="../theme/theme2.xml"></Relationship></Relationships>
</file>

<file path=ppt/slideMasters/_rels/slideMaster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3.xml"></Relationship><Relationship Id="rId2" Type="http://schemas.openxmlformats.org/officeDocument/2006/relationships/slideLayout" Target="../slideLayouts/slideLayout24.xml"></Relationship><Relationship Id="rId3" Type="http://schemas.openxmlformats.org/officeDocument/2006/relationships/slideLayout" Target="../slideLayouts/slideLayout25.xml"></Relationship><Relationship Id="rId4" Type="http://schemas.openxmlformats.org/officeDocument/2006/relationships/slideLayout" Target="../slideLayouts/slideLayout26.xml"></Relationship><Relationship Id="rId5" Type="http://schemas.openxmlformats.org/officeDocument/2006/relationships/slideLayout" Target="../slideLayouts/slideLayout27.xml"></Relationship><Relationship Id="rId6" Type="http://schemas.openxmlformats.org/officeDocument/2006/relationships/slideLayout" Target="../slideLayouts/slideLayout28.xml"></Relationship><Relationship Id="rId7" Type="http://schemas.openxmlformats.org/officeDocument/2006/relationships/slideLayout" Target="../slideLayouts/slideLayout29.xml"></Relationship><Relationship Id="rId8" Type="http://schemas.openxmlformats.org/officeDocument/2006/relationships/slideLayout" Target="../slideLayouts/slideLayout30.xml"></Relationship><Relationship Id="rId9" Type="http://schemas.openxmlformats.org/officeDocument/2006/relationships/slideLayout" Target="../slideLayouts/slideLayout31.xml"></Relationship><Relationship Id="rId10" Type="http://schemas.openxmlformats.org/officeDocument/2006/relationships/slideLayout" Target="../slideLayouts/slideLayout32.xml"></Relationship><Relationship Id="rId11" Type="http://schemas.openxmlformats.org/officeDocument/2006/relationships/slideLayout" Target="../slideLayouts/slideLayout33.xml"></Relationship><Relationship Id="rId12" Type="http://schemas.openxmlformats.org/officeDocument/2006/relationships/theme" Target="../theme/theme3.xml"></Relationship></Relationships>
</file>

<file path=ppt/slideMasters/_rels/slideMaster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4.xml"></Relationship><Relationship Id="rId2" Type="http://schemas.openxmlformats.org/officeDocument/2006/relationships/slideLayout" Target="../slideLayouts/slideLayout35.xml"></Relationship><Relationship Id="rId3" Type="http://schemas.openxmlformats.org/officeDocument/2006/relationships/slideLayout" Target="../slideLayouts/slideLayout36.xml"></Relationship><Relationship Id="rId4" Type="http://schemas.openxmlformats.org/officeDocument/2006/relationships/slideLayout" Target="../slideLayouts/slideLayout37.xml"></Relationship><Relationship Id="rId5" Type="http://schemas.openxmlformats.org/officeDocument/2006/relationships/slideLayout" Target="../slideLayouts/slideLayout38.xml"></Relationship><Relationship Id="rId6" Type="http://schemas.openxmlformats.org/officeDocument/2006/relationships/slideLayout" Target="../slideLayouts/slideLayout39.xml"></Relationship><Relationship Id="rId7" Type="http://schemas.openxmlformats.org/officeDocument/2006/relationships/slideLayout" Target="../slideLayouts/slideLayout40.xml"></Relationship><Relationship Id="rId8" Type="http://schemas.openxmlformats.org/officeDocument/2006/relationships/slideLayout" Target="../slideLayouts/slideLayout41.xml"></Relationship><Relationship Id="rId9" Type="http://schemas.openxmlformats.org/officeDocument/2006/relationships/slideLayout" Target="../slideLayouts/slideLayout42.xml"></Relationship><Relationship Id="rId10" Type="http://schemas.openxmlformats.org/officeDocument/2006/relationships/slideLayout" Target="../slideLayouts/slideLayout43.xml"></Relationship><Relationship Id="rId11" Type="http://schemas.openxmlformats.org/officeDocument/2006/relationships/slideLayout" Target="../slideLayouts/slideLayout44.xml"></Relationship><Relationship Id="rId12" Type="http://schemas.openxmlformats.org/officeDocument/2006/relationships/theme" Target="../theme/theme4.xml"></Relationship></Relationships>
</file>

<file path=ppt/slideMasters/_rels/slideMaster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45.xml"></Relationship><Relationship Id="rId2" Type="http://schemas.openxmlformats.org/officeDocument/2006/relationships/slideLayout" Target="../slideLayouts/slideLayout46.xml"></Relationship><Relationship Id="rId3" Type="http://schemas.openxmlformats.org/officeDocument/2006/relationships/slideLayout" Target="../slideLayouts/slideLayout47.xml"></Relationship><Relationship Id="rId4" Type="http://schemas.openxmlformats.org/officeDocument/2006/relationships/slideLayout" Target="../slideLayouts/slideLayout48.xml"></Relationship><Relationship Id="rId5" Type="http://schemas.openxmlformats.org/officeDocument/2006/relationships/slideLayout" Target="../slideLayouts/slideLayout49.xml"></Relationship><Relationship Id="rId6" Type="http://schemas.openxmlformats.org/officeDocument/2006/relationships/slideLayout" Target="../slideLayouts/slideLayout50.xml"></Relationship><Relationship Id="rId7" Type="http://schemas.openxmlformats.org/officeDocument/2006/relationships/slideLayout" Target="../slideLayouts/slideLayout51.xml"></Relationship><Relationship Id="rId8" Type="http://schemas.openxmlformats.org/officeDocument/2006/relationships/slideLayout" Target="../slideLayouts/slideLayout52.xml"></Relationship><Relationship Id="rId9" Type="http://schemas.openxmlformats.org/officeDocument/2006/relationships/slideLayout" Target="../slideLayouts/slideLayout53.xml"></Relationship><Relationship Id="rId10" Type="http://schemas.openxmlformats.org/officeDocument/2006/relationships/slideLayout" Target="../slideLayouts/slideLayout54.xml"></Relationship><Relationship Id="rId11" Type="http://schemas.openxmlformats.org/officeDocument/2006/relationships/slideLayout" Target="../slideLayouts/slideLayout55.xml"></Relationship><Relationship Id="rId12" Type="http://schemas.openxmlformats.org/officeDocument/2006/relationships/theme" Target="../theme/theme5.xml"></Relationship></Relationships>
</file>

<file path=ppt/slideMasters/_rels/slideMaster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56.xml"></Relationship><Relationship Id="rId2" Type="http://schemas.openxmlformats.org/officeDocument/2006/relationships/slideLayout" Target="../slideLayouts/slideLayout57.xml"></Relationship><Relationship Id="rId3" Type="http://schemas.openxmlformats.org/officeDocument/2006/relationships/slideLayout" Target="../slideLayouts/slideLayout58.xml"></Relationship><Relationship Id="rId4" Type="http://schemas.openxmlformats.org/officeDocument/2006/relationships/slideLayout" Target="../slideLayouts/slideLayout59.xml"></Relationship><Relationship Id="rId5" Type="http://schemas.openxmlformats.org/officeDocument/2006/relationships/slideLayout" Target="../slideLayouts/slideLayout60.xml"></Relationship><Relationship Id="rId6" Type="http://schemas.openxmlformats.org/officeDocument/2006/relationships/slideLayout" Target="../slideLayouts/slideLayout61.xml"></Relationship><Relationship Id="rId7" Type="http://schemas.openxmlformats.org/officeDocument/2006/relationships/slideLayout" Target="../slideLayouts/slideLayout62.xml"></Relationship><Relationship Id="rId8" Type="http://schemas.openxmlformats.org/officeDocument/2006/relationships/slideLayout" Target="../slideLayouts/slideLayout63.xml"></Relationship><Relationship Id="rId9" Type="http://schemas.openxmlformats.org/officeDocument/2006/relationships/slideLayout" Target="../slideLayouts/slideLayout64.xml"></Relationship><Relationship Id="rId10" Type="http://schemas.openxmlformats.org/officeDocument/2006/relationships/slideLayout" Target="../slideLayouts/slideLayout65.xml"></Relationship><Relationship Id="rId11" Type="http://schemas.openxmlformats.org/officeDocument/2006/relationships/slideLayout" Target="../slideLayouts/slideLayout66.xml"></Relationship><Relationship Id="rId12" Type="http://schemas.openxmlformats.org/officeDocument/2006/relationships/theme" Target="../theme/theme6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  <p:sldLayoutId id="2147483871" r:id="rId4"/>
    <p:sldLayoutId id="2147483872" r:id="rId5"/>
    <p:sldLayoutId id="2147483873" r:id="rId6"/>
    <p:sldLayoutId id="2147483874" r:id="rId7"/>
    <p:sldLayoutId id="2147483875" r:id="rId8"/>
    <p:sldLayoutId id="2147483876" r:id="rId9"/>
    <p:sldLayoutId id="2147483877" r:id="rId10"/>
    <p:sldLayoutId id="2147483878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indent="-28575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8/1/2011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image" Target="../media/image1.png"></Relationship><Relationship Id="rId3" Type="http://schemas.openxmlformats.org/officeDocument/2006/relationships/image" Target="../media/image2.svg"></Relationship><Relationship Id="rId4" Type="http://schemas.openxmlformats.org/officeDocument/2006/relationships/image" Target="../media/image3.png"></Relationship><Relationship Id="rId5" Type="http://schemas.openxmlformats.org/officeDocument/2006/relationships/image" Target="../media/image4.svg"></Relationship><Relationship Id="rId6" Type="http://schemas.openxmlformats.org/officeDocument/2006/relationships/slideLayout" Target="../slideLayouts/slideLayout7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4.xml.rels><?xml version="1.0" encoding="UTF-8"?>
<Relationships xmlns="http://schemas.openxmlformats.org/package/2006/relationships"><Relationship Id="rId3" Type="http://schemas.openxmlformats.org/officeDocument/2006/relationships/slideLayout" Target="../slideLayouts/slideLayout7.xm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8.xml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fImage1553838141.png"></Relationship><Relationship Id="rId3" Type="http://schemas.openxmlformats.org/officeDocument/2006/relationships/image" Target="../media/fImage47414138467.png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fImage21634026334.png"></Relationship><Relationship Id="rId3" Type="http://schemas.openxmlformats.org/officeDocument/2006/relationships/image" Target="../media/fImage31274036500.png"></Relationship><Relationship Id="rId4" Type="http://schemas.openxmlformats.org/officeDocument/2006/relationships/image" Target="../media/fImage85084109169.png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9.xml"></Relationship><Relationship Id="rId2" Type="http://schemas.openxmlformats.org/officeDocument/2006/relationships/image" Target="../media/fImage32464875724.png"></Relationship><Relationship Id="rId3" Type="http://schemas.openxmlformats.org/officeDocument/2006/relationships/image" Target="../media/fImage53414881478.png"></Relationship><Relationship Id="rId4" Type="http://schemas.openxmlformats.org/officeDocument/2006/relationships/image" Target="../media/fImage62224899358.png"></Relationship><Relationship Id="rId5" Type="http://schemas.openxmlformats.org/officeDocument/2006/relationships/image" Target="../media/fImage72884946962.png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62.xml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62.xml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62.xml"></Relationship></Relationships>
</file>

<file path=ppt/slides/_rels/slide1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40.xml"></Relationship></Relationships>
</file>

<file path=ppt/slides/_rels/slide13.xml.rels><?xml version="1.0" encoding="UTF-8"?>
<Relationships xmlns="http://schemas.openxmlformats.org/package/2006/relationships"><Relationship Id="rId2" Type="http://schemas.openxmlformats.org/officeDocument/2006/relationships/image" Target="../media/image8.png"></Relationship><Relationship Id="rId3" Type="http://schemas.openxmlformats.org/officeDocument/2006/relationships/image" Target="../media/image9.svg"></Relationship><Relationship Id="rId4" Type="http://schemas.openxmlformats.org/officeDocument/2006/relationships/slideLayout" Target="../slideLayouts/slideLayout7.xml"></Relationship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>
  <p:cSld>
    <p:bg>
      <p:bgPr>
        <a:solidFill>
          <a:srgbClr val="285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1950" y="361950"/>
            <a:ext cx="17564100" cy="9563100"/>
            <a:chOff x="361950" y="361950"/>
            <a:chExt cx="17564100" cy="9563100"/>
          </a:xfrm>
        </p:grpSpPr>
        <p:sp>
          <p:nvSpPr>
            <p:cNvPr id="3" name="Freeform 3"/>
            <p:cNvSpPr/>
            <p:nvPr/>
          </p:nvSpPr>
          <p:spPr>
            <a:xfrm flipH="false" flipV="false" rot="0">
              <a:off x="361950" y="361950"/>
              <a:ext cx="17564100" cy="9563100"/>
            </a:xfrm>
            <a:custGeom>
              <a:avLst/>
              <a:gdLst/>
              <a:ahLst/>
              <a:cxnLst/>
              <a:rect r="r" b="b" t="t" l="l"/>
              <a:pathLst>
                <a:path h="2483566" w="4561451">
                  <a:moveTo>
                    <a:pt x="15427" y="0"/>
                  </a:moveTo>
                  <a:lnTo>
                    <a:pt x="4546023" y="0"/>
                  </a:lnTo>
                  <a:cubicBezTo>
                    <a:pt x="4550115" y="0"/>
                    <a:pt x="4554039" y="1625"/>
                    <a:pt x="4556932" y="4519"/>
                  </a:cubicBezTo>
                  <a:cubicBezTo>
                    <a:pt x="4559825" y="7412"/>
                    <a:pt x="4561451" y="11336"/>
                    <a:pt x="4561451" y="15427"/>
                  </a:cubicBezTo>
                  <a:lnTo>
                    <a:pt x="4561451" y="2468139"/>
                  </a:lnTo>
                  <a:cubicBezTo>
                    <a:pt x="4561451" y="2472231"/>
                    <a:pt x="4559825" y="2476155"/>
                    <a:pt x="4556932" y="2479048"/>
                  </a:cubicBezTo>
                  <a:cubicBezTo>
                    <a:pt x="4554039" y="2481941"/>
                    <a:pt x="4550115" y="2483566"/>
                    <a:pt x="4546023" y="2483566"/>
                  </a:cubicBezTo>
                  <a:lnTo>
                    <a:pt x="15427" y="2483566"/>
                  </a:lnTo>
                  <a:cubicBezTo>
                    <a:pt x="11336" y="2483566"/>
                    <a:pt x="7412" y="2481941"/>
                    <a:pt x="4519" y="2479048"/>
                  </a:cubicBezTo>
                  <a:cubicBezTo>
                    <a:pt x="1625" y="2476155"/>
                    <a:pt x="0" y="2472231"/>
                    <a:pt x="0" y="2468139"/>
                  </a:cubicBezTo>
                  <a:lnTo>
                    <a:pt x="0" y="15427"/>
                  </a:lnTo>
                  <a:cubicBezTo>
                    <a:pt x="0" y="11336"/>
                    <a:pt x="1625" y="7412"/>
                    <a:pt x="4519" y="4519"/>
                  </a:cubicBezTo>
                  <a:cubicBezTo>
                    <a:pt x="7412" y="1625"/>
                    <a:pt x="11336" y="0"/>
                    <a:pt x="154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true"/>
            <p:nvPr/>
          </p:nvSpPr>
          <p:spPr>
            <a:xfrm>
              <a:off x="361950" y="288290"/>
              <a:ext cx="17564100" cy="96367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0"/>
                </a:lnSpc>
              </a:pPr>
            </a:p>
          </p:txBody>
        </p:sp>
      </p:grpSp>
      <p:cxnSp>
        <p:nvCxnSpPr>
          <p:cNvPr id="5" name="AutoShape 5"/>
          <p:cNvCxnSpPr/>
          <p:nvPr/>
        </p:nvCxnSpPr>
        <p:spPr>
          <a:xfrm rot="0">
            <a:off x="8724900" y="4599305"/>
            <a:ext cx="2988945" cy="635"/>
          </a:xfrm>
          <a:prstGeom prst="line"/>
          <a:ln w="76200" cap="rnd" cmpd="sng">
            <a:solidFill>
              <a:srgbClr val="00000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reeform 6"/>
          <p:cNvSpPr>
            <a:spLocks/>
          </p:cNvSpPr>
          <p:nvPr/>
        </p:nvSpPr>
        <p:spPr>
          <a:xfrm rot="0">
            <a:off x="2341880" y="3195320"/>
            <a:ext cx="681990" cy="518160"/>
          </a:xfrm>
          <a:custGeom>
            <a:gdLst>
              <a:gd fmla="*/ 0 w 681357" name="TX0"/>
              <a:gd fmla="*/ 0 h 517832" name="TY0"/>
              <a:gd fmla="*/ 681356 w 681357" name="TX1"/>
              <a:gd fmla="*/ 0 h 517832" name="TY1"/>
              <a:gd fmla="*/ 681356 w 681357" name="TX2"/>
              <a:gd fmla="*/ 517831 h 517832" name="TY2"/>
              <a:gd fmla="*/ 0 w 681357" name="TX3"/>
              <a:gd fmla="*/ 517831 h 517832" name="TY3"/>
              <a:gd fmla="*/ 0 w 681357" name="TX4"/>
              <a:gd fmla="*/ 0 h 517832" name="TY4"/>
            </a:gdLst>
            <a:cxnLst>
              <a:cxn ang="0">
                <a:pos x="TX0" y="TY0"/>
              </a:cxn>
              <a:cxn ang="0">
                <a:pos x="TX1" y="TY1"/>
              </a:cxn>
              <a:cxn ang="0">
                <a:pos x="TX2" y="TY2"/>
              </a:cxn>
              <a:cxn ang="0">
                <a:pos x="TX3" y="TY3"/>
              </a:cxn>
              <a:cxn ang="0">
                <a:pos x="TX4" y="TY4"/>
              </a:cxn>
            </a:cxnLst>
            <a:rect l="l" t="t" r="r" b="b"/>
            <a:pathLst>
              <a:path w="681357" h="517832">
                <a:moveTo>
                  <a:pt x="0" y="0"/>
                </a:moveTo>
                <a:lnTo>
                  <a:pt x="681356" y="0"/>
                </a:lnTo>
                <a:lnTo>
                  <a:pt x="681356" y="517831"/>
                </a:lnTo>
                <a:lnTo>
                  <a:pt x="0" y="5178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 flipH="false" flipV="false" rot="0">
            <a:off x="14739620" y="7539355"/>
            <a:ext cx="1624330" cy="1305560"/>
          </a:xfrm>
          <a:custGeom>
            <a:avLst/>
            <a:gdLst/>
            <a:ahLst/>
            <a:cxnLst/>
            <a:rect r="r" b="b" t="t" l="l"/>
            <a:pathLst>
              <a:path h="1305407" w="1624376">
                <a:moveTo>
                  <a:pt x="0" y="0"/>
                </a:moveTo>
                <a:lnTo>
                  <a:pt x="1624375" y="0"/>
                </a:lnTo>
                <a:lnTo>
                  <a:pt x="1624375" y="1305407"/>
                </a:lnTo>
                <a:lnTo>
                  <a:pt x="0" y="1305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TextBox 8"/>
          <p:cNvSpPr txBox="true"/>
          <p:nvPr/>
        </p:nvSpPr>
        <p:spPr>
          <a:xfrm rot="0">
            <a:off x="2351405" y="8293735"/>
            <a:ext cx="240474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2501109 이종민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2351405" y="3549015"/>
            <a:ext cx="6939280" cy="1936750"/>
          </a:xfrm>
          <a:prstGeom prst="rect">
            <a:avLst/>
          </a:prstGeom>
        </p:spPr>
        <p:txBody>
          <a:bodyPr wrap="square" lIns="0" tIns="0" rIns="0" bIns="0" numCol="1" rtlCol="1" vert="horz" anchor="t">
            <a:spAutoFit/>
          </a:bodyPr>
          <a:lstStyle/>
          <a:p>
            <a:pPr marL="0" indent="0" algn="l">
              <a:lnSpc>
                <a:spcPts val="15249"/>
              </a:lnSpc>
              <a:spcBef>
                <a:spcPct val="0"/>
              </a:spcBef>
              <a:buFontTx/>
              <a:buNone/>
            </a:pPr>
            <a:r>
              <a:rPr lang="ko-KR" sz="10890" spc="-900" b="0">
                <a:solidFill>
                  <a:srgbClr val="2855DE"/>
                </a:solidFill>
                <a:latin typeface="Noto Sans Kr Bold" charset="0"/>
                <a:ea typeface="Noto Sans Kr Bold" charset="0"/>
                <a:cs typeface="Noto Sans Kr Bold" charset="0"/>
              </a:rPr>
              <a:t>T</a:t>
            </a:r>
            <a:r>
              <a:rPr lang="ko-KR" sz="10890" spc="-900" b="0">
                <a:solidFill>
                  <a:srgbClr val="2855DE"/>
                </a:solidFill>
                <a:latin typeface="Noto Sans Kr Bold" charset="0"/>
                <a:ea typeface="Noto Sans Kr Bold" charset="0"/>
                <a:cs typeface="Noto Sans Kr Bold" charset="0"/>
              </a:rPr>
              <a:t>o</a:t>
            </a:r>
            <a:r>
              <a:rPr lang="ko-KR" sz="10890" spc="-900" b="0">
                <a:solidFill>
                  <a:srgbClr val="2855DE"/>
                </a:solidFill>
                <a:latin typeface="Noto Sans Kr Bold" charset="0"/>
                <a:ea typeface="Noto Sans Kr Bold" charset="0"/>
                <a:cs typeface="Noto Sans Kr Bold" charset="0"/>
              </a:rPr>
              <a:t>-</a:t>
            </a:r>
            <a:r>
              <a:rPr lang="ko-KR" sz="10890" spc="-900" b="0">
                <a:solidFill>
                  <a:srgbClr val="2855DE"/>
                </a:solidFill>
                <a:latin typeface="Noto Sans Kr Bold" charset="0"/>
                <a:ea typeface="Noto Sans Kr Bold" charset="0"/>
                <a:cs typeface="Noto Sans Kr Bold" charset="0"/>
              </a:rPr>
              <a:t>Do-List</a:t>
            </a:r>
            <a:endParaRPr lang="ko-KR" altLang="en-US" sz="10890" b="0">
              <a:solidFill>
                <a:srgbClr val="2855DE"/>
              </a:solidFill>
              <a:latin typeface="Noto Sans Kr Bold" charset="0"/>
              <a:ea typeface="Noto Sans Kr Bold" charset="0"/>
              <a:cs typeface="Noto Sans Kr Bold" charset="0"/>
            </a:endParaRPr>
          </a:p>
        </p:txBody>
      </p:sp>
      <p:sp>
        <p:nvSpPr>
          <p:cNvPr name="TextBox 10" id="10"/>
          <p:cNvSpPr txBox="true"/>
          <p:nvPr/>
        </p:nvSpPr>
        <p:spPr>
          <a:xfrm>
            <a:off x="2351405" y="2082165"/>
            <a:ext cx="3469640" cy="1936750"/>
          </a:xfrm>
          <a:prstGeom prst="rect">
            <a:avLst/>
          </a:prstGeom>
        </p:spPr>
        <p:txBody>
          <a:bodyPr wrap="square" lIns="0" tIns="0" rIns="0" bIns="0" numCol="1" rtlCol="1" vert="horz" anchor="t">
            <a:spAutoFit/>
          </a:bodyPr>
          <a:lstStyle/>
          <a:p>
            <a:pPr marL="0" indent="0" algn="l">
              <a:lnSpc>
                <a:spcPts val="15249"/>
              </a:lnSpc>
              <a:spcBef>
                <a:spcPct val="0"/>
              </a:spcBef>
              <a:buFontTx/>
              <a:buNone/>
            </a:pPr>
            <a:r>
              <a:rPr lang="ko-KR" sz="10890" spc="-900" b="0" strike="noStrike">
                <a:solidFill>
                  <a:srgbClr val="000000"/>
                </a:solidFill>
                <a:latin typeface="Noto Sans Kr Bold" charset="0"/>
                <a:ea typeface="Noto Sans Kr Bold" charset="0"/>
                <a:cs typeface="Noto Sans Kr Bold" charset="0"/>
              </a:rPr>
              <a:t> </a:t>
            </a:r>
            <a:endParaRPr lang="ko-KR" altLang="en-US" sz="10890" b="0" strike="noStrike">
              <a:solidFill>
                <a:srgbClr val="000000"/>
              </a:solidFill>
              <a:latin typeface="Noto Sans Kr Bold" charset="0"/>
              <a:ea typeface="Noto Sans Kr Bold" charset="0"/>
              <a:cs typeface="Noto Sans Kr Bold" charset="0"/>
            </a:endParaRPr>
          </a:p>
        </p:txBody>
      </p:sp>
      <p:sp>
        <p:nvSpPr>
          <p:cNvPr id="11" name="TextBox 11"/>
          <p:cNvSpPr txBox="1">
            <a:spLocks/>
          </p:cNvSpPr>
          <p:nvPr/>
        </p:nvSpPr>
        <p:spPr>
          <a:xfrm rot="0">
            <a:off x="2351405" y="5015865"/>
            <a:ext cx="7305040" cy="1936750"/>
          </a:xfrm>
          <a:prstGeom prst="rect"/>
        </p:spPr>
        <p:txBody>
          <a:bodyPr wrap="square" lIns="0" tIns="0" rIns="0" bIns="0" numCol="1" rtlCol="1" vert="horz" anchor="t">
            <a:spAutoFit/>
          </a:bodyPr>
          <a:lstStyle/>
          <a:p>
            <a:pPr marL="0" indent="0" algn="l">
              <a:lnSpc>
                <a:spcPts val="15249"/>
              </a:lnSpc>
              <a:spcBef>
                <a:spcPct val="0"/>
              </a:spcBef>
              <a:buFontTx/>
              <a:buNone/>
            </a:pPr>
            <a:r>
              <a:rPr lang="ko-KR" sz="10890" spc="-900" b="0">
                <a:solidFill>
                  <a:srgbClr val="000000"/>
                </a:solidFill>
                <a:latin typeface="Noto Sans Kr Bold" charset="0"/>
                <a:ea typeface="Noto Sans Kr Bold" charset="0"/>
                <a:cs typeface="Noto Sans Kr Bold" charset="0"/>
              </a:rPr>
              <a:t>페이지 </a:t>
            </a:r>
            <a:r>
              <a:rPr lang="ko-KR" sz="10890" spc="-900" b="0">
                <a:solidFill>
                  <a:srgbClr val="000000"/>
                </a:solidFill>
                <a:latin typeface="Noto Sans Kr Bold" charset="0"/>
                <a:ea typeface="Noto Sans Kr Bold" charset="0"/>
                <a:cs typeface="Noto Sans Kr Bold" charset="0"/>
              </a:rPr>
              <a:t>만들</a:t>
            </a:r>
            <a:r>
              <a:rPr lang="ko-KR" sz="10890" spc="-900" b="0">
                <a:solidFill>
                  <a:srgbClr val="000000"/>
                </a:solidFill>
                <a:latin typeface="Noto Sans Kr Bold" charset="0"/>
                <a:ea typeface="Noto Sans Kr Bold" charset="0"/>
                <a:cs typeface="Noto Sans Kr Bold" charset="0"/>
              </a:rPr>
              <a:t>기</a:t>
            </a:r>
            <a:endParaRPr lang="ko-KR" altLang="en-US" sz="10890" b="0">
              <a:solidFill>
                <a:srgbClr val="000000"/>
              </a:solidFill>
              <a:latin typeface="Noto Sans Kr Bold" charset="0"/>
              <a:ea typeface="Noto Sans Kr Bold" charset="0"/>
              <a:cs typeface="Noto Sans Kr Bol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>
  <p:cSld>
    <p:bg>
      <p:bgPr>
        <a:solidFill>
          <a:srgbClr val="285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361950" y="361950"/>
            <a:ext cx="17564100" cy="9563100"/>
            <a:chOff x="361950" y="361950"/>
            <a:chExt cx="17564100" cy="9563100"/>
          </a:xfrm>
        </p:grpSpPr>
        <p:sp>
          <p:nvSpPr>
            <p:cNvPr id="3" name="Freeform 3"/>
            <p:cNvSpPr>
              <a:spLocks/>
            </p:cNvSpPr>
            <p:nvPr/>
          </p:nvSpPr>
          <p:spPr>
            <a:xfrm rot="0">
              <a:off x="361950" y="361950"/>
              <a:ext cx="17564735" cy="9563735"/>
            </a:xfrm>
            <a:custGeom>
              <a:gdLst>
                <a:gd fmla="*/ 15427 w 4561452" name="TX0"/>
                <a:gd fmla="*/ 0 h 2483567" name="TY0"/>
                <a:gd fmla="*/ 4546023 w 4561452" name="TX1"/>
                <a:gd fmla="*/ 0 h 2483567" name="TY1"/>
                <a:gd fmla="*/ 4556932 w 4561452" name="TX2"/>
                <a:gd fmla="*/ 4519 h 2483567" name="TY2"/>
                <a:gd fmla="*/ 4561451 w 4561452" name="TX3"/>
                <a:gd fmla="*/ 15427 h 2483567" name="TY3"/>
                <a:gd fmla="*/ 4561451 w 4561452" name="TX4"/>
                <a:gd fmla="*/ 2468139 h 2483567" name="TY4"/>
                <a:gd fmla="*/ 4556932 w 4561452" name="TX5"/>
                <a:gd fmla="*/ 2479048 h 2483567" name="TY5"/>
                <a:gd fmla="*/ 4546023 w 4561452" name="TX6"/>
                <a:gd fmla="*/ 2483566 h 2483567" name="TY6"/>
                <a:gd fmla="*/ 15427 w 4561452" name="TX7"/>
                <a:gd fmla="*/ 2483566 h 2483567" name="TY7"/>
                <a:gd fmla="*/ 4519 w 4561452" name="TX8"/>
                <a:gd fmla="*/ 2479048 h 2483567" name="TY8"/>
                <a:gd fmla="*/ 0 w 4561452" name="TX9"/>
                <a:gd fmla="*/ 2468139 h 2483567" name="TY9"/>
                <a:gd fmla="*/ 0 w 4561452" name="TX10"/>
                <a:gd fmla="*/ 15427 h 2483567" name="TY10"/>
                <a:gd fmla="*/ 4519 w 4561452" name="TX11"/>
                <a:gd fmla="*/ 4519 h 2483567" name="TY11"/>
                <a:gd fmla="*/ 15427 w 4561452" name="TX12"/>
                <a:gd fmla="*/ 0 h 2483567" name="TY12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</a:cxnLst>
              <a:rect l="l" t="t" r="r" b="b"/>
              <a:pathLst>
                <a:path w="4561452" h="2483567">
                  <a:moveTo>
                    <a:pt x="15427" y="0"/>
                  </a:moveTo>
                  <a:lnTo>
                    <a:pt x="4546023" y="0"/>
                  </a:lnTo>
                  <a:cubicBezTo>
                    <a:pt x="4550115" y="0"/>
                    <a:pt x="4554039" y="1625"/>
                    <a:pt x="4556932" y="4519"/>
                  </a:cubicBezTo>
                  <a:cubicBezTo>
                    <a:pt x="4559825" y="7412"/>
                    <a:pt x="4561451" y="11336"/>
                    <a:pt x="4561451" y="15427"/>
                  </a:cubicBezTo>
                  <a:lnTo>
                    <a:pt x="4561451" y="2468139"/>
                  </a:lnTo>
                  <a:cubicBezTo>
                    <a:pt x="4561451" y="2472231"/>
                    <a:pt x="4559825" y="2476155"/>
                    <a:pt x="4556932" y="2479048"/>
                  </a:cubicBezTo>
                  <a:cubicBezTo>
                    <a:pt x="4554039" y="2481941"/>
                    <a:pt x="4550115" y="2483566"/>
                    <a:pt x="4546023" y="2483566"/>
                  </a:cubicBezTo>
                  <a:lnTo>
                    <a:pt x="15427" y="2483566"/>
                  </a:lnTo>
                  <a:cubicBezTo>
                    <a:pt x="11336" y="2483566"/>
                    <a:pt x="7412" y="2481941"/>
                    <a:pt x="4519" y="2479048"/>
                  </a:cubicBezTo>
                  <a:cubicBezTo>
                    <a:pt x="1625" y="2476155"/>
                    <a:pt x="0" y="2472231"/>
                    <a:pt x="0" y="2468139"/>
                  </a:cubicBezTo>
                  <a:lnTo>
                    <a:pt x="0" y="15427"/>
                  </a:lnTo>
                  <a:cubicBezTo>
                    <a:pt x="0" y="11336"/>
                    <a:pt x="1625" y="7412"/>
                    <a:pt x="4519" y="4519"/>
                  </a:cubicBezTo>
                  <a:cubicBezTo>
                    <a:pt x="7412" y="1625"/>
                    <a:pt x="11336" y="0"/>
                    <a:pt x="1542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/>
              <a:endParaRPr lang="ko-KR" altLang="en-US"/>
            </a:p>
          </p:txBody>
        </p:sp>
        <p:sp>
          <p:nvSpPr>
            <p:cNvPr id="4" name="TextBox 4"/>
            <p:cNvSpPr txBox="1">
              <a:spLocks/>
            </p:cNvSpPr>
            <p:nvPr/>
          </p:nvSpPr>
          <p:spPr>
            <a:xfrm rot="0">
              <a:off x="361950" y="288290"/>
              <a:ext cx="17564735" cy="9637395"/>
            </a:xfrm>
            <a:prstGeom prst="rect"/>
          </p:spPr>
          <p:txBody>
            <a:bodyPr wrap="square" lIns="50800" tIns="50800" rIns="50800" bIns="50800" numCol="1" rtlCol="1" vert="horz" anchor="ctr">
              <a:noAutofit/>
            </a:bodyPr>
            <a:lstStyle/>
            <a:p>
              <a:pPr marL="0" indent="0" algn="ctr">
                <a:lnSpc>
                  <a:spcPts val="3380"/>
                </a:lnSpc>
                <a:buFontTx/>
                <a:buNone/>
              </a:pPr>
              <a:endParaRPr lang="ko-KR" altLang="en-US" sz="1800">
                <a:solidFill>
                  <a:schemeClr val="tx1"/>
                </a:solidFill>
                <a:latin typeface="Calibri" charset="0"/>
                <a:ea typeface="+mn-ea"/>
                <a:cs typeface="+mn-cs"/>
              </a:endParaRPr>
            </a:p>
          </p:txBody>
        </p:sp>
      </p:grpSp>
      <p:sp>
        <p:nvSpPr>
          <p:cNvPr name="TextBox 5" id="5"/>
          <p:cNvSpPr txBox="true"/>
          <p:nvPr/>
        </p:nvSpPr>
        <p:spPr>
          <a:xfrm>
            <a:off x="2989580" y="4343400"/>
            <a:ext cx="6129020" cy="511175"/>
          </a:xfrm>
          <a:prstGeom prst="rect">
            <a:avLst/>
          </a:prstGeom>
        </p:spPr>
        <p:txBody>
          <a:bodyPr wrap="square" lIns="0" tIns="0" rIns="0" bIns="0" numCol="1" rtlCol="1" vert="horz" anchor="t">
            <a:spAutoFit/>
          </a:bodyPr>
          <a:lstStyle/>
          <a:p>
            <a:pPr marL="0" indent="0" algn="l">
              <a:lnSpc>
                <a:spcPts val="4020"/>
              </a:lnSpc>
              <a:buFontTx/>
              <a:buNone/>
            </a:pPr>
            <a:r>
              <a:rPr lang="ko-KR" sz="3000" spc="-220" b="0">
                <a:solidFill>
                  <a:srgbClr val="000000"/>
                </a:solidFill>
                <a:latin typeface="Noto Sans Kr Medium" charset="0"/>
                <a:ea typeface="Noto Sans Kr Medium" charset="0"/>
                <a:cs typeface="Noto Sans Kr Medium" charset="0"/>
              </a:rPr>
              <a:t>프로젝트 </a:t>
            </a:r>
            <a:r>
              <a:rPr lang="ko-KR" sz="3000" spc="-220" b="0">
                <a:solidFill>
                  <a:srgbClr val="000000"/>
                </a:solidFill>
                <a:latin typeface="Noto Sans Kr Medium" charset="0"/>
                <a:ea typeface="Noto Sans Kr Medium" charset="0"/>
                <a:cs typeface="Noto Sans Kr Medium" charset="0"/>
              </a:rPr>
              <a:t>소</a:t>
            </a:r>
            <a:r>
              <a:rPr lang="ko-KR" sz="3000" spc="-220" b="0">
                <a:solidFill>
                  <a:srgbClr val="000000"/>
                </a:solidFill>
                <a:latin typeface="Noto Sans Kr Medium" charset="0"/>
                <a:ea typeface="Noto Sans Kr Medium" charset="0"/>
                <a:cs typeface="Noto Sans Kr Medium" charset="0"/>
              </a:rPr>
              <a:t>개</a:t>
            </a:r>
            <a:endParaRPr lang="ko-KR" altLang="en-US" sz="3000" b="0">
              <a:solidFill>
                <a:srgbClr val="000000"/>
              </a:solidFill>
              <a:latin typeface="Noto Sans Kr Medium" charset="0"/>
              <a:ea typeface="Noto Sans Kr Medium" charset="0"/>
              <a:cs typeface="Noto Sans Kr Medium" charset="0"/>
            </a:endParaRPr>
          </a:p>
        </p:txBody>
      </p:sp>
      <p:sp>
        <p:nvSpPr>
          <p:cNvPr name="TextBox 6" id="6"/>
          <p:cNvSpPr txBox="true"/>
          <p:nvPr/>
        </p:nvSpPr>
        <p:spPr>
          <a:xfrm>
            <a:off x="10568940" y="5547360"/>
            <a:ext cx="6129020" cy="511175"/>
          </a:xfrm>
          <a:prstGeom prst="rect">
            <a:avLst/>
          </a:prstGeom>
        </p:spPr>
        <p:txBody>
          <a:bodyPr wrap="square" lIns="0" tIns="0" rIns="0" bIns="0" numCol="1" rtlCol="1" vert="horz" anchor="t">
            <a:spAutoFit/>
          </a:bodyPr>
          <a:lstStyle/>
          <a:p>
            <a:pPr marL="0" indent="0" algn="l">
              <a:lnSpc>
                <a:spcPts val="4020"/>
              </a:lnSpc>
              <a:buFontTx/>
              <a:buNone/>
            </a:pPr>
            <a:r>
              <a:rPr lang="ko-KR" sz="3000" spc="-220" b="0">
                <a:solidFill>
                  <a:srgbClr val="000000"/>
                </a:solidFill>
                <a:latin typeface="Noto Sans Kr Medium" charset="0"/>
                <a:ea typeface="Noto Sans Kr Medium" charset="0"/>
                <a:cs typeface="Noto Sans Kr Medium" charset="0"/>
              </a:rPr>
              <a:t>트러블 </a:t>
            </a:r>
            <a:r>
              <a:rPr lang="ko-KR" sz="3000" spc="-220" b="0">
                <a:solidFill>
                  <a:srgbClr val="000000"/>
                </a:solidFill>
                <a:latin typeface="Noto Sans Kr Medium" charset="0"/>
                <a:ea typeface="Noto Sans Kr Medium" charset="0"/>
                <a:cs typeface="Noto Sans Kr Medium" charset="0"/>
              </a:rPr>
              <a:t>슈</a:t>
            </a:r>
            <a:r>
              <a:rPr lang="ko-KR" sz="3000" spc="-220" b="0">
                <a:solidFill>
                  <a:srgbClr val="000000"/>
                </a:solidFill>
                <a:latin typeface="Noto Sans Kr Medium" charset="0"/>
                <a:ea typeface="Noto Sans Kr Medium" charset="0"/>
                <a:cs typeface="Noto Sans Kr Medium" charset="0"/>
              </a:rPr>
              <a:t>팅</a:t>
            </a:r>
            <a:endParaRPr lang="ko-KR" altLang="en-US" sz="3000" b="0">
              <a:solidFill>
                <a:srgbClr val="000000"/>
              </a:solidFill>
              <a:latin typeface="Noto Sans Kr Medium" charset="0"/>
              <a:ea typeface="Noto Sans Kr Medium" charset="0"/>
              <a:cs typeface="Noto Sans Kr Medium" charset="0"/>
            </a:endParaRPr>
          </a:p>
        </p:txBody>
      </p:sp>
      <p:sp>
        <p:nvSpPr>
          <p:cNvPr name="TextBox 7" id="7"/>
          <p:cNvSpPr txBox="true"/>
          <p:nvPr/>
        </p:nvSpPr>
        <p:spPr>
          <a:xfrm>
            <a:off x="2989580" y="5558155"/>
            <a:ext cx="6129020" cy="511175"/>
          </a:xfrm>
          <a:prstGeom prst="rect">
            <a:avLst/>
          </a:prstGeom>
        </p:spPr>
        <p:txBody>
          <a:bodyPr wrap="square" lIns="0" tIns="0" rIns="0" bIns="0" numCol="1" rtlCol="1" vert="horz" anchor="t">
            <a:spAutoFit/>
          </a:bodyPr>
          <a:lstStyle/>
          <a:p>
            <a:pPr marL="0" indent="0" algn="l">
              <a:lnSpc>
                <a:spcPts val="4020"/>
              </a:lnSpc>
              <a:buFontTx/>
              <a:buNone/>
            </a:pPr>
            <a:r>
              <a:rPr lang="ko-KR" sz="3000" spc="-220" b="0">
                <a:solidFill>
                  <a:srgbClr val="000000"/>
                </a:solidFill>
                <a:latin typeface="Noto Sans Kr Medium" charset="0"/>
                <a:ea typeface="Noto Sans Kr Medium" charset="0"/>
                <a:cs typeface="Noto Sans Kr Medium" charset="0"/>
              </a:rPr>
              <a:t>사용 </a:t>
            </a:r>
            <a:r>
              <a:rPr lang="ko-KR" sz="3000" spc="-220" b="0">
                <a:solidFill>
                  <a:srgbClr val="000000"/>
                </a:solidFill>
                <a:latin typeface="Noto Sans Kr Medium" charset="0"/>
                <a:ea typeface="Noto Sans Kr Medium" charset="0"/>
                <a:cs typeface="Noto Sans Kr Medium" charset="0"/>
              </a:rPr>
              <a:t>기</a:t>
            </a:r>
            <a:r>
              <a:rPr lang="ko-KR" sz="3000" spc="-220" b="0">
                <a:solidFill>
                  <a:srgbClr val="000000"/>
                </a:solidFill>
                <a:latin typeface="Noto Sans Kr Medium" charset="0"/>
                <a:ea typeface="Noto Sans Kr Medium" charset="0"/>
                <a:cs typeface="Noto Sans Kr Medium" charset="0"/>
              </a:rPr>
              <a:t>술</a:t>
            </a:r>
            <a:endParaRPr lang="ko-KR" altLang="en-US" sz="3000" b="0">
              <a:solidFill>
                <a:srgbClr val="000000"/>
              </a:solidFill>
              <a:latin typeface="Noto Sans Kr Medium" charset="0"/>
              <a:ea typeface="Noto Sans Kr Medium" charset="0"/>
              <a:cs typeface="Noto Sans Kr Medium" charset="0"/>
            </a:endParaRPr>
          </a:p>
        </p:txBody>
      </p:sp>
      <p:sp>
        <p:nvSpPr>
          <p:cNvPr name="TextBox 8" id="8"/>
          <p:cNvSpPr txBox="true"/>
          <p:nvPr/>
        </p:nvSpPr>
        <p:spPr>
          <a:xfrm>
            <a:off x="10568940" y="6762750"/>
            <a:ext cx="6129020" cy="511175"/>
          </a:xfrm>
          <a:prstGeom prst="rect">
            <a:avLst/>
          </a:prstGeom>
        </p:spPr>
        <p:txBody>
          <a:bodyPr wrap="square" lIns="0" tIns="0" rIns="0" bIns="0" numCol="1" rtlCol="1" vert="horz" anchor="t">
            <a:spAutoFit/>
          </a:bodyPr>
          <a:lstStyle/>
          <a:p>
            <a:pPr marL="0" indent="0" algn="l">
              <a:lnSpc>
                <a:spcPts val="4020"/>
              </a:lnSpc>
              <a:buFontTx/>
              <a:buNone/>
            </a:pPr>
            <a:r>
              <a:rPr lang="ko-KR" sz="3000" spc="-220" b="0">
                <a:solidFill>
                  <a:srgbClr val="000000"/>
                </a:solidFill>
                <a:latin typeface="Noto Sans Kr Medium" charset="0"/>
                <a:ea typeface="Noto Sans Kr Medium" charset="0"/>
                <a:cs typeface="Noto Sans Kr Medium" charset="0"/>
              </a:rPr>
              <a:t>느낀점</a:t>
            </a:r>
            <a:endParaRPr lang="ko-KR" altLang="en-US" sz="3000" b="0">
              <a:solidFill>
                <a:srgbClr val="000000"/>
              </a:solidFill>
              <a:latin typeface="Noto Sans Kr Medium" charset="0"/>
              <a:ea typeface="Noto Sans Kr Medium" charset="0"/>
              <a:cs typeface="Noto Sans Kr Medium" charset="0"/>
            </a:endParaRPr>
          </a:p>
        </p:txBody>
      </p:sp>
      <p:sp>
        <p:nvSpPr>
          <p:cNvPr name="TextBox 9" id="9"/>
          <p:cNvSpPr txBox="true"/>
          <p:nvPr/>
        </p:nvSpPr>
        <p:spPr>
          <a:xfrm>
            <a:off x="2989580" y="6773545"/>
            <a:ext cx="6129020" cy="511175"/>
          </a:xfrm>
          <a:prstGeom prst="rect">
            <a:avLst/>
          </a:prstGeom>
        </p:spPr>
        <p:txBody>
          <a:bodyPr wrap="square" lIns="0" tIns="0" rIns="0" bIns="0" numCol="1" rtlCol="1" vert="horz" anchor="t">
            <a:spAutoFit/>
          </a:bodyPr>
          <a:lstStyle/>
          <a:p>
            <a:pPr marL="0" indent="0" algn="l">
              <a:lnSpc>
                <a:spcPts val="4020"/>
              </a:lnSpc>
              <a:buFontTx/>
              <a:buNone/>
            </a:pPr>
            <a:r>
              <a:rPr lang="ko-KR" sz="3000" spc="-220" b="0">
                <a:solidFill>
                  <a:srgbClr val="000000"/>
                </a:solidFill>
                <a:latin typeface="Noto Sans Kr Medium" charset="0"/>
                <a:ea typeface="Noto Sans Kr Medium" charset="0"/>
                <a:cs typeface="Noto Sans Kr Medium" charset="0"/>
              </a:rPr>
              <a:t>주요기능,</a:t>
            </a:r>
            <a:r>
              <a:rPr lang="ko-KR" sz="3000" spc="-220" b="0">
                <a:solidFill>
                  <a:srgbClr val="000000"/>
                </a:solidFill>
                <a:latin typeface="Noto Sans Kr Medium" charset="0"/>
                <a:ea typeface="Noto Sans Kr Medium" charset="0"/>
                <a:cs typeface="Noto Sans Kr Medium" charset="0"/>
              </a:rPr>
              <a:t> </a:t>
            </a:r>
            <a:r>
              <a:rPr lang="ko-KR" sz="3000" spc="-220" b="0">
                <a:solidFill>
                  <a:srgbClr val="000000"/>
                </a:solidFill>
                <a:latin typeface="Noto Sans Kr Medium" charset="0"/>
                <a:ea typeface="Noto Sans Kr Medium" charset="0"/>
                <a:cs typeface="Noto Sans Kr Medium" charset="0"/>
              </a:rPr>
              <a:t>코드 </a:t>
            </a:r>
            <a:r>
              <a:rPr lang="ko-KR" sz="3000" spc="-220" b="0">
                <a:solidFill>
                  <a:srgbClr val="000000"/>
                </a:solidFill>
                <a:latin typeface="Noto Sans Kr Medium" charset="0"/>
                <a:ea typeface="Noto Sans Kr Medium" charset="0"/>
                <a:cs typeface="Noto Sans Kr Medium" charset="0"/>
              </a:rPr>
              <a:t>설</a:t>
            </a:r>
            <a:r>
              <a:rPr lang="ko-KR" sz="3000" spc="-220" b="0">
                <a:solidFill>
                  <a:srgbClr val="000000"/>
                </a:solidFill>
                <a:latin typeface="Noto Sans Kr Medium" charset="0"/>
                <a:ea typeface="Noto Sans Kr Medium" charset="0"/>
                <a:cs typeface="Noto Sans Kr Medium" charset="0"/>
              </a:rPr>
              <a:t>명</a:t>
            </a:r>
            <a:endParaRPr lang="ko-KR" altLang="en-US" sz="3000" b="0">
              <a:solidFill>
                <a:srgbClr val="000000"/>
              </a:solidFill>
              <a:latin typeface="Noto Sans Kr Medium" charset="0"/>
              <a:ea typeface="Noto Sans Kr Medium" charset="0"/>
              <a:cs typeface="Noto Sans Kr Medium" charset="0"/>
            </a:endParaRPr>
          </a:p>
        </p:txBody>
      </p:sp>
      <p:sp>
        <p:nvSpPr>
          <p:cNvPr name="TextBox 10" id="10"/>
          <p:cNvSpPr txBox="true"/>
          <p:nvPr/>
        </p:nvSpPr>
        <p:spPr>
          <a:xfrm>
            <a:off x="10568940" y="4332605"/>
            <a:ext cx="6129020" cy="511175"/>
          </a:xfrm>
          <a:prstGeom prst="rect">
            <a:avLst/>
          </a:prstGeom>
        </p:spPr>
        <p:txBody>
          <a:bodyPr wrap="square" lIns="0" tIns="0" rIns="0" bIns="0" numCol="1" rtlCol="1" vert="horz" anchor="t">
            <a:spAutoFit/>
          </a:bodyPr>
          <a:lstStyle/>
          <a:p>
            <a:pPr marL="0" indent="0" algn="l">
              <a:lnSpc>
                <a:spcPts val="4020"/>
              </a:lnSpc>
              <a:buFontTx/>
              <a:buNone/>
            </a:pPr>
            <a:r>
              <a:rPr lang="ko-KR" sz="3000" spc="-220" b="0">
                <a:solidFill>
                  <a:srgbClr val="000000"/>
                </a:solidFill>
                <a:latin typeface="Noto Sans Kr Medium" charset="0"/>
                <a:ea typeface="Noto Sans Kr Medium" charset="0"/>
                <a:cs typeface="Noto Sans Kr Medium" charset="0"/>
              </a:rPr>
              <a:t>실행 화면</a:t>
            </a:r>
            <a:endParaRPr lang="ko-KR" altLang="en-US" sz="3000" b="0">
              <a:solidFill>
                <a:srgbClr val="000000"/>
              </a:solidFill>
              <a:latin typeface="Noto Sans Kr Medium" charset="0"/>
              <a:ea typeface="Noto Sans Kr Medium" charset="0"/>
              <a:cs typeface="Noto Sans Kr Medium" charset="0"/>
            </a:endParaRPr>
          </a:p>
        </p:txBody>
      </p:sp>
      <p:sp>
        <p:nvSpPr>
          <p:cNvPr id="11" name="TextBox 11"/>
          <p:cNvSpPr txBox="true"/>
          <p:nvPr/>
        </p:nvSpPr>
        <p:spPr>
          <a:xfrm rot="0">
            <a:off x="1982470" y="4389120"/>
            <a:ext cx="888365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b="true" sz="3000">
                <a:solidFill>
                  <a:srgbClr val="2855DE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id="12" name="TextBox 12"/>
          <p:cNvSpPr txBox="true"/>
          <p:nvPr/>
        </p:nvSpPr>
        <p:spPr>
          <a:xfrm rot="0">
            <a:off x="9561830" y="5594350"/>
            <a:ext cx="888365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b="true" sz="3000">
                <a:solidFill>
                  <a:srgbClr val="2855DE"/>
                </a:solidFill>
                <a:latin typeface="Inter Bold"/>
                <a:ea typeface="Inter Bold"/>
                <a:cs typeface="Inter Bold"/>
                <a:sym typeface="Inter Bold"/>
              </a:rPr>
              <a:t>05</a:t>
            </a:r>
          </a:p>
        </p:txBody>
      </p:sp>
      <p:sp>
        <p:nvSpPr>
          <p:cNvPr id="13" name="TextBox 13"/>
          <p:cNvSpPr txBox="true"/>
          <p:nvPr/>
        </p:nvSpPr>
        <p:spPr>
          <a:xfrm rot="0">
            <a:off x="1982470" y="5604510"/>
            <a:ext cx="888365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b="true" sz="3000">
                <a:solidFill>
                  <a:srgbClr val="2855DE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id="14" name="TextBox 14"/>
          <p:cNvSpPr txBox="true"/>
          <p:nvPr/>
        </p:nvSpPr>
        <p:spPr>
          <a:xfrm rot="0">
            <a:off x="9561830" y="6809740"/>
            <a:ext cx="888365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b="true" sz="3000">
                <a:solidFill>
                  <a:srgbClr val="2855DE"/>
                </a:solidFill>
                <a:latin typeface="Inter Bold"/>
                <a:ea typeface="Inter Bold"/>
                <a:cs typeface="Inter Bold"/>
                <a:sym typeface="Inter Bold"/>
              </a:rPr>
              <a:t>06</a:t>
            </a:r>
          </a:p>
        </p:txBody>
      </p:sp>
      <p:sp>
        <p:nvSpPr>
          <p:cNvPr id="15" name="TextBox 15"/>
          <p:cNvSpPr txBox="true"/>
          <p:nvPr/>
        </p:nvSpPr>
        <p:spPr>
          <a:xfrm rot="0">
            <a:off x="1982470" y="6819900"/>
            <a:ext cx="888365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b="true" sz="3000">
                <a:solidFill>
                  <a:srgbClr val="2855DE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id="16" name="TextBox 16"/>
          <p:cNvSpPr txBox="true"/>
          <p:nvPr/>
        </p:nvSpPr>
        <p:spPr>
          <a:xfrm rot="0">
            <a:off x="9561830" y="4378960"/>
            <a:ext cx="888365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b="true" sz="3000">
                <a:solidFill>
                  <a:srgbClr val="2855DE"/>
                </a:solidFill>
                <a:latin typeface="Inter Bold"/>
                <a:ea typeface="Inter Bold"/>
                <a:cs typeface="Inter Bold"/>
                <a:sym typeface="Inter Bold"/>
              </a:rPr>
              <a:t>04</a:t>
            </a:r>
          </a:p>
        </p:txBody>
      </p:sp>
      <p:sp>
        <p:nvSpPr>
          <p:cNvPr id="17" name="TextBox 17"/>
          <p:cNvSpPr txBox="true"/>
          <p:nvPr/>
        </p:nvSpPr>
        <p:spPr>
          <a:xfrm rot="0">
            <a:off x="8592185" y="748665"/>
            <a:ext cx="1103630" cy="77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40"/>
              </a:lnSpc>
              <a:spcBef>
                <a:spcPct val="0"/>
              </a:spcBef>
            </a:pPr>
            <a:r>
              <a:rPr lang="en-US" b="true" sz="4600" spc="-354">
                <a:solidFill>
                  <a:srgbClr val="000000"/>
                </a:solidFill>
                <a:latin typeface="Noto Sans Kr Semi-Bold"/>
                <a:ea typeface="Noto Sans Kr Semi-Bold"/>
                <a:cs typeface="Noto Sans Kr Semi-Bold"/>
                <a:sym typeface="Noto Sans Kr Semi-Bold"/>
              </a:rPr>
              <a:t>목</a:t>
            </a:r>
            <a:r>
              <a:rPr lang="en-US" b="true" sz="4600" spc="-354">
                <a:solidFill>
                  <a:srgbClr val="000000"/>
                </a:solidFill>
                <a:latin typeface="Noto Sans Kr Semi-Bold"/>
                <a:ea typeface="Noto Sans Kr Semi-Bold"/>
                <a:cs typeface="Noto Sans Kr Semi-Bold"/>
                <a:sym typeface="Noto Sans Kr Semi-Bold"/>
              </a:rPr>
              <a:t> 차</a:t>
            </a:r>
          </a:p>
        </p:txBody>
      </p:sp>
      <p:sp>
        <p:nvSpPr>
          <p:cNvPr id="18" name="AutoShape 18"/>
          <p:cNvSpPr/>
          <p:nvPr/>
        </p:nvSpPr>
        <p:spPr>
          <a:xfrm>
            <a:off x="1028700" y="1953895"/>
            <a:ext cx="16230600" cy="0"/>
          </a:xfrm>
          <a:prstGeom prst="line">
            <a:avLst/>
          </a:prstGeom>
          <a:ln cap="rnd" w="28575">
            <a:solidFill>
              <a:srgbClr val="2855DE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>
  <p:cSld>
    <p:bg>
      <p:bgPr>
        <a:solidFill>
          <a:srgbClr val="285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361950" y="361950"/>
            <a:ext cx="17564100" cy="9563100"/>
            <a:chOff x="361950" y="361950"/>
            <a:chExt cx="17564100" cy="9563100"/>
          </a:xfrm>
        </p:grpSpPr>
        <p:sp>
          <p:nvSpPr>
            <p:cNvPr id="3" name="Freeform 3"/>
            <p:cNvSpPr>
              <a:spLocks/>
            </p:cNvSpPr>
            <p:nvPr/>
          </p:nvSpPr>
          <p:spPr>
            <a:xfrm rot="0">
              <a:off x="361950" y="361950"/>
              <a:ext cx="17564735" cy="9563735"/>
            </a:xfrm>
            <a:custGeom>
              <a:gdLst>
                <a:gd fmla="*/ 15427 w 4561452" name="TX0"/>
                <a:gd fmla="*/ 0 h 2483567" name="TY0"/>
                <a:gd fmla="*/ 4546023 w 4561452" name="TX1"/>
                <a:gd fmla="*/ 0 h 2483567" name="TY1"/>
                <a:gd fmla="*/ 4556932 w 4561452" name="TX2"/>
                <a:gd fmla="*/ 4519 h 2483567" name="TY2"/>
                <a:gd fmla="*/ 4561451 w 4561452" name="TX3"/>
                <a:gd fmla="*/ 15427 h 2483567" name="TY3"/>
                <a:gd fmla="*/ 4561451 w 4561452" name="TX4"/>
                <a:gd fmla="*/ 2468139 h 2483567" name="TY4"/>
                <a:gd fmla="*/ 4556932 w 4561452" name="TX5"/>
                <a:gd fmla="*/ 2479048 h 2483567" name="TY5"/>
                <a:gd fmla="*/ 4546023 w 4561452" name="TX6"/>
                <a:gd fmla="*/ 2483566 h 2483567" name="TY6"/>
                <a:gd fmla="*/ 15427 w 4561452" name="TX7"/>
                <a:gd fmla="*/ 2483566 h 2483567" name="TY7"/>
                <a:gd fmla="*/ 4519 w 4561452" name="TX8"/>
                <a:gd fmla="*/ 2479048 h 2483567" name="TY8"/>
                <a:gd fmla="*/ 0 w 4561452" name="TX9"/>
                <a:gd fmla="*/ 2468139 h 2483567" name="TY9"/>
                <a:gd fmla="*/ 0 w 4561452" name="TX10"/>
                <a:gd fmla="*/ 15427 h 2483567" name="TY10"/>
                <a:gd fmla="*/ 4519 w 4561452" name="TX11"/>
                <a:gd fmla="*/ 4519 h 2483567" name="TY11"/>
                <a:gd fmla="*/ 15427 w 4561452" name="TX12"/>
                <a:gd fmla="*/ 0 h 2483567" name="TY12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</a:cxnLst>
              <a:rect l="l" t="t" r="r" b="b"/>
              <a:pathLst>
                <a:path w="4561452" h="2483567">
                  <a:moveTo>
                    <a:pt x="15427" y="0"/>
                  </a:moveTo>
                  <a:lnTo>
                    <a:pt x="4546023" y="0"/>
                  </a:lnTo>
                  <a:cubicBezTo>
                    <a:pt x="4550115" y="0"/>
                    <a:pt x="4554039" y="1625"/>
                    <a:pt x="4556932" y="4519"/>
                  </a:cubicBezTo>
                  <a:cubicBezTo>
                    <a:pt x="4559825" y="7412"/>
                    <a:pt x="4561451" y="11336"/>
                    <a:pt x="4561451" y="15427"/>
                  </a:cubicBezTo>
                  <a:lnTo>
                    <a:pt x="4561451" y="2468139"/>
                  </a:lnTo>
                  <a:cubicBezTo>
                    <a:pt x="4561451" y="2472231"/>
                    <a:pt x="4559825" y="2476155"/>
                    <a:pt x="4556932" y="2479048"/>
                  </a:cubicBezTo>
                  <a:cubicBezTo>
                    <a:pt x="4554039" y="2481941"/>
                    <a:pt x="4550115" y="2483566"/>
                    <a:pt x="4546023" y="2483566"/>
                  </a:cubicBezTo>
                  <a:lnTo>
                    <a:pt x="15427" y="2483566"/>
                  </a:lnTo>
                  <a:cubicBezTo>
                    <a:pt x="11336" y="2483566"/>
                    <a:pt x="7412" y="2481941"/>
                    <a:pt x="4519" y="2479048"/>
                  </a:cubicBezTo>
                  <a:cubicBezTo>
                    <a:pt x="1625" y="2476155"/>
                    <a:pt x="0" y="2472231"/>
                    <a:pt x="0" y="2468139"/>
                  </a:cubicBezTo>
                  <a:lnTo>
                    <a:pt x="0" y="15427"/>
                  </a:lnTo>
                  <a:cubicBezTo>
                    <a:pt x="0" y="11336"/>
                    <a:pt x="1625" y="7412"/>
                    <a:pt x="4519" y="4519"/>
                  </a:cubicBezTo>
                  <a:cubicBezTo>
                    <a:pt x="7412" y="1625"/>
                    <a:pt x="11336" y="0"/>
                    <a:pt x="1542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/>
              <a:endParaRPr lang="ko-KR" altLang="en-US"/>
            </a:p>
          </p:txBody>
        </p:sp>
        <p:sp>
          <p:nvSpPr>
            <p:cNvPr id="4" name="TextBox 4"/>
            <p:cNvSpPr txBox="1">
              <a:spLocks/>
            </p:cNvSpPr>
            <p:nvPr/>
          </p:nvSpPr>
          <p:spPr>
            <a:xfrm rot="0">
              <a:off x="361950" y="288290"/>
              <a:ext cx="17564735" cy="9637395"/>
            </a:xfrm>
            <a:prstGeom prst="rect"/>
          </p:spPr>
          <p:txBody>
            <a:bodyPr wrap="square" lIns="50800" tIns="50800" rIns="50800" bIns="50800" numCol="1" rtlCol="1" vert="horz" anchor="ctr">
              <a:noAutofit/>
            </a:bodyPr>
            <a:lstStyle/>
            <a:p>
              <a:pPr marL="0" indent="0" algn="ctr">
                <a:lnSpc>
                  <a:spcPts val="3380"/>
                </a:lnSpc>
                <a:buFontTx/>
                <a:buNone/>
              </a:pPr>
              <a:endParaRPr lang="ko-KR" altLang="en-US" sz="1800">
                <a:solidFill>
                  <a:schemeClr val="tx1"/>
                </a:solidFill>
                <a:latin typeface="Calibri" charset="0"/>
                <a:ea typeface="+mn-ea"/>
                <a:cs typeface="+mn-cs"/>
              </a:endParaRPr>
            </a:p>
          </p:txBody>
        </p:sp>
      </p:grpSp>
      <p:sp>
        <p:nvSpPr>
          <p:cNvPr name="TextBox 11" id="11"/>
          <p:cNvSpPr txBox="true"/>
          <p:nvPr/>
        </p:nvSpPr>
        <p:spPr>
          <a:xfrm>
            <a:off x="6010910" y="748665"/>
            <a:ext cx="6266180" cy="818515"/>
          </a:xfrm>
          <a:prstGeom prst="rect">
            <a:avLst/>
          </a:prstGeom>
        </p:spPr>
        <p:txBody>
          <a:bodyPr wrap="square" lIns="0" tIns="0" rIns="0" bIns="0" numCol="1" rtlCol="1" vert="horz" anchor="t">
            <a:spAutoFit/>
          </a:bodyPr>
          <a:lstStyle/>
          <a:p>
            <a:pPr marL="0" indent="0" algn="ctr">
              <a:lnSpc>
                <a:spcPts val="6440"/>
              </a:lnSpc>
              <a:spcBef>
                <a:spcPct val="0"/>
              </a:spcBef>
              <a:buFontTx/>
              <a:buNone/>
            </a:pPr>
            <a:r>
              <a:rPr lang="ko-KR" sz="4600" spc="-340" b="0">
                <a:solidFill>
                  <a:srgbClr val="000000"/>
                </a:solidFill>
                <a:latin typeface="Noto Sans Kr Bold" charset="0"/>
                <a:ea typeface="Noto Sans Kr Bold" charset="0"/>
                <a:cs typeface="Noto Sans Kr Bold" charset="0"/>
              </a:rPr>
              <a:t>프로젝트  </a:t>
            </a:r>
            <a:r>
              <a:rPr lang="ko-KR" sz="4600" spc="-340" b="0">
                <a:solidFill>
                  <a:srgbClr val="000000"/>
                </a:solidFill>
                <a:latin typeface="Noto Sans Kr Bold" charset="0"/>
                <a:ea typeface="Noto Sans Kr Bold" charset="0"/>
                <a:cs typeface="Noto Sans Kr Bold" charset="0"/>
              </a:rPr>
              <a:t>소</a:t>
            </a:r>
            <a:r>
              <a:rPr lang="ko-KR" sz="4600" spc="-340" b="0">
                <a:solidFill>
                  <a:srgbClr val="000000"/>
                </a:solidFill>
                <a:latin typeface="Noto Sans Kr Bold" charset="0"/>
                <a:ea typeface="Noto Sans Kr Bold" charset="0"/>
                <a:cs typeface="Noto Sans Kr Bold" charset="0"/>
              </a:rPr>
              <a:t>개</a:t>
            </a:r>
            <a:endParaRPr lang="ko-KR" altLang="en-US" sz="4600" b="0">
              <a:solidFill>
                <a:srgbClr val="000000"/>
              </a:solidFill>
              <a:latin typeface="Noto Sans Kr Bold" charset="0"/>
              <a:ea typeface="Noto Sans Kr Bold" charset="0"/>
              <a:cs typeface="Noto Sans Kr Bold" charset="0"/>
            </a:endParaRPr>
          </a:p>
        </p:txBody>
      </p:sp>
      <p:sp>
        <p:nvSpPr>
          <p:cNvPr id="12" name="TextBox 12"/>
          <p:cNvSpPr txBox="1">
            <a:spLocks/>
          </p:cNvSpPr>
          <p:nvPr/>
        </p:nvSpPr>
        <p:spPr>
          <a:xfrm rot="0">
            <a:off x="2794000" y="4081780"/>
            <a:ext cx="8961755" cy="1565275"/>
          </a:xfrm>
          <a:prstGeom prst="rect"/>
        </p:spPr>
        <p:txBody>
          <a:bodyPr wrap="square" lIns="0" tIns="0" rIns="0" bIns="0" numCol="1" rtlCol="1" vert="horz" anchor="t">
            <a:spAutoFit/>
          </a:bodyPr>
          <a:lstStyle/>
          <a:p>
            <a:pPr marL="0" indent="0" algn="just">
              <a:lnSpc>
                <a:spcPts val="3080"/>
              </a:lnSpc>
              <a:spcBef>
                <a:spcPct val="0"/>
              </a:spcBef>
              <a:buFontTx/>
              <a:buNone/>
            </a:pP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사용자가 할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일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을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추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가,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수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정,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 삭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제 할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수있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는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/>
            </a:r>
            <a:b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</a:b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T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o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D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o List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 웹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페이지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를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제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작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하였습니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다.</a:t>
            </a:r>
            <a:endParaRPr lang="ko-KR" altLang="en-US" sz="2200">
              <a:solidFill>
                <a:srgbClr val="000000"/>
              </a:solidFill>
              <a:latin typeface="JASO Sans" charset="0"/>
              <a:ea typeface="JASO Sans" charset="0"/>
              <a:cs typeface="JASO Sans" charset="0"/>
            </a:endParaRPr>
          </a:p>
          <a:p>
            <a:pPr marL="0" indent="0" algn="just">
              <a:lnSpc>
                <a:spcPts val="3080"/>
              </a:lnSpc>
              <a:spcBef>
                <a:spcPct val="0"/>
              </a:spcBef>
              <a:buFontTx/>
              <a:buNone/>
            </a:pP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또한 l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o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c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alStorag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e를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이용하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여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/>
            </a:r>
            <a:b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</a:b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새로고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침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후에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도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데이터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가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유지되도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록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구현했습니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cs typeface="JASO Sans" charset="0"/>
              </a:rPr>
              <a:t>다.</a:t>
            </a:r>
            <a:endParaRPr lang="ko-KR" altLang="en-US" sz="2200">
              <a:solidFill>
                <a:srgbClr val="000000"/>
              </a:solidFill>
              <a:latin typeface="JASO Sans" charset="0"/>
              <a:ea typeface="JASO Sans" charset="0"/>
              <a:cs typeface="JASO Sans" charset="0"/>
            </a:endParaRPr>
          </a:p>
        </p:txBody>
      </p:sp>
      <p:sp>
        <p:nvSpPr>
          <p:cNvPr id="13" name="TextBox 13"/>
          <p:cNvSpPr txBox="1">
            <a:spLocks/>
          </p:cNvSpPr>
          <p:nvPr/>
        </p:nvSpPr>
        <p:spPr>
          <a:xfrm rot="0">
            <a:off x="2794000" y="2795905"/>
            <a:ext cx="5492750" cy="711835"/>
          </a:xfrm>
          <a:prstGeom prst="rect"/>
        </p:spPr>
        <p:txBody>
          <a:bodyPr wrap="square" lIns="0" tIns="0" rIns="0" bIns="0" numCol="1" rtlCol="1" vert="horz" anchor="t">
            <a:spAutoFit/>
          </a:bodyPr>
          <a:lstStyle/>
          <a:p>
            <a:pPr marL="0" indent="0" algn="l">
              <a:lnSpc>
                <a:spcPts val="5600"/>
              </a:lnSpc>
              <a:buFontTx/>
              <a:buNone/>
            </a:pPr>
            <a:r>
              <a:rPr lang="ko-KR" sz="4000" spc="-300" b="0">
                <a:solidFill>
                  <a:srgbClr val="2855DE"/>
                </a:solidFill>
                <a:latin typeface="Noto Sans Kr Semi-Bold" charset="0"/>
                <a:ea typeface="Noto Sans Kr Semi-Bold" charset="0"/>
                <a:cs typeface="Noto Sans Kr Semi-Bold" charset="0"/>
              </a:rPr>
              <a:t>T</a:t>
            </a:r>
            <a:r>
              <a:rPr lang="ko-KR" sz="4000" spc="-300" b="0">
                <a:solidFill>
                  <a:srgbClr val="2855DE"/>
                </a:solidFill>
                <a:latin typeface="Noto Sans Kr Semi-Bold" charset="0"/>
                <a:ea typeface="Noto Sans Kr Semi-Bold" charset="0"/>
                <a:cs typeface="Noto Sans Kr Semi-Bold" charset="0"/>
              </a:rPr>
              <a:t>o</a:t>
            </a:r>
            <a:r>
              <a:rPr lang="ko-KR" sz="4000" spc="-300" b="0">
                <a:solidFill>
                  <a:srgbClr val="2855DE"/>
                </a:solidFill>
                <a:latin typeface="Noto Sans Kr Semi-Bold" charset="0"/>
                <a:ea typeface="Noto Sans Kr Semi-Bold" charset="0"/>
                <a:cs typeface="Noto Sans Kr Semi-Bold" charset="0"/>
              </a:rPr>
              <a:t>D</a:t>
            </a:r>
            <a:r>
              <a:rPr lang="ko-KR" sz="4000" spc="-300" b="0">
                <a:solidFill>
                  <a:srgbClr val="2855DE"/>
                </a:solidFill>
                <a:latin typeface="Noto Sans Kr Semi-Bold" charset="0"/>
                <a:ea typeface="Noto Sans Kr Semi-Bold" charset="0"/>
                <a:cs typeface="Noto Sans Kr Semi-Bold" charset="0"/>
              </a:rPr>
              <a:t>o L</a:t>
            </a:r>
            <a:r>
              <a:rPr lang="ko-KR" sz="4000" spc="-300" b="0">
                <a:solidFill>
                  <a:srgbClr val="2855DE"/>
                </a:solidFill>
                <a:latin typeface="Noto Sans Kr Semi-Bold" charset="0"/>
                <a:ea typeface="Noto Sans Kr Semi-Bold" charset="0"/>
                <a:cs typeface="Noto Sans Kr Semi-Bold" charset="0"/>
              </a:rPr>
              <a:t>i</a:t>
            </a:r>
            <a:r>
              <a:rPr lang="ko-KR" sz="4000" spc="-300" b="0">
                <a:solidFill>
                  <a:srgbClr val="2855DE"/>
                </a:solidFill>
                <a:latin typeface="Noto Sans Kr Semi-Bold" charset="0"/>
                <a:ea typeface="Noto Sans Kr Semi-Bold" charset="0"/>
                <a:cs typeface="Noto Sans Kr Semi-Bold" charset="0"/>
              </a:rPr>
              <a:t>st.</a:t>
            </a:r>
            <a:endParaRPr lang="ko-KR" altLang="en-US" sz="4000" b="0">
              <a:solidFill>
                <a:srgbClr val="2855DE"/>
              </a:solidFill>
              <a:latin typeface="Noto Sans Kr Semi-Bold" charset="0"/>
              <a:ea typeface="Noto Sans Kr Semi-Bold" charset="0"/>
              <a:cs typeface="Noto Sans Kr Semi-Bold" charset="0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1028700" y="1953895"/>
            <a:ext cx="16230600" cy="0"/>
          </a:xfrm>
          <a:prstGeom prst="line">
            <a:avLst/>
          </a:prstGeom>
          <a:ln cap="rnd" w="28575">
            <a:solidFill>
              <a:srgbClr val="2855DE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>
  <p:cSld>
    <p:bg>
      <p:bgPr>
        <a:solidFill>
          <a:srgbClr val="285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1950" y="361950"/>
            <a:ext cx="17564100" cy="9563100"/>
            <a:chOff x="361950" y="361950"/>
            <a:chExt cx="17564100" cy="9563100"/>
          </a:xfrm>
        </p:grpSpPr>
        <p:sp>
          <p:nvSpPr>
            <p:cNvPr id="3" name="Freeform 3"/>
            <p:cNvSpPr/>
            <p:nvPr/>
          </p:nvSpPr>
          <p:spPr>
            <a:xfrm flipH="false" flipV="false" rot="0">
              <a:off x="361950" y="361950"/>
              <a:ext cx="17564100" cy="9563100"/>
            </a:xfrm>
            <a:custGeom>
              <a:avLst/>
              <a:gdLst/>
              <a:ahLst/>
              <a:cxnLst/>
              <a:rect r="r" b="b" t="t" l="l"/>
              <a:pathLst>
                <a:path h="2483566" w="4561451">
                  <a:moveTo>
                    <a:pt x="15427" y="0"/>
                  </a:moveTo>
                  <a:lnTo>
                    <a:pt x="4546023" y="0"/>
                  </a:lnTo>
                  <a:cubicBezTo>
                    <a:pt x="4550115" y="0"/>
                    <a:pt x="4554039" y="1625"/>
                    <a:pt x="4556932" y="4519"/>
                  </a:cubicBezTo>
                  <a:cubicBezTo>
                    <a:pt x="4559825" y="7412"/>
                    <a:pt x="4561451" y="11336"/>
                    <a:pt x="4561451" y="15427"/>
                  </a:cubicBezTo>
                  <a:lnTo>
                    <a:pt x="4561451" y="2468139"/>
                  </a:lnTo>
                  <a:cubicBezTo>
                    <a:pt x="4561451" y="2472231"/>
                    <a:pt x="4559825" y="2476155"/>
                    <a:pt x="4556932" y="2479048"/>
                  </a:cubicBezTo>
                  <a:cubicBezTo>
                    <a:pt x="4554039" y="2481941"/>
                    <a:pt x="4550115" y="2483566"/>
                    <a:pt x="4546023" y="2483566"/>
                  </a:cubicBezTo>
                  <a:lnTo>
                    <a:pt x="15427" y="2483566"/>
                  </a:lnTo>
                  <a:cubicBezTo>
                    <a:pt x="11336" y="2483566"/>
                    <a:pt x="7412" y="2481941"/>
                    <a:pt x="4519" y="2479048"/>
                  </a:cubicBezTo>
                  <a:cubicBezTo>
                    <a:pt x="1625" y="2476155"/>
                    <a:pt x="0" y="2472231"/>
                    <a:pt x="0" y="2468139"/>
                  </a:cubicBezTo>
                  <a:lnTo>
                    <a:pt x="0" y="15427"/>
                  </a:lnTo>
                  <a:cubicBezTo>
                    <a:pt x="0" y="11336"/>
                    <a:pt x="1625" y="7412"/>
                    <a:pt x="4519" y="4519"/>
                  </a:cubicBezTo>
                  <a:cubicBezTo>
                    <a:pt x="7412" y="1625"/>
                    <a:pt x="11336" y="0"/>
                    <a:pt x="154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true"/>
            <p:nvPr/>
          </p:nvSpPr>
          <p:spPr>
            <a:xfrm>
              <a:off x="361950" y="288290"/>
              <a:ext cx="17564100" cy="96367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>
            <a:off x="6070600" y="748665"/>
            <a:ext cx="6147435" cy="818515"/>
          </a:xfrm>
          <a:prstGeom prst="rect">
            <a:avLst/>
          </a:prstGeom>
        </p:spPr>
        <p:txBody>
          <a:bodyPr wrap="square" lIns="0" tIns="0" rIns="0" bIns="0" numCol="1" rtlCol="1" vert="horz" anchor="t">
            <a:spAutoFit/>
          </a:bodyPr>
          <a:lstStyle/>
          <a:p>
            <a:pPr marL="0" indent="0" algn="ctr">
              <a:lnSpc>
                <a:spcPts val="6440"/>
              </a:lnSpc>
              <a:spcBef>
                <a:spcPct val="0"/>
              </a:spcBef>
              <a:buFontTx/>
              <a:buNone/>
            </a:pPr>
            <a:r>
              <a:rPr lang="ko-KR" sz="4600" spc="-340" b="0" strike="noStrike">
                <a:solidFill>
                  <a:srgbClr val="000000"/>
                </a:solidFill>
                <a:latin typeface="Noto Sans Kr Semi-Bold" charset="0"/>
                <a:ea typeface="Noto Sans Kr Semi-Bold" charset="0"/>
                <a:cs typeface="Noto Sans Kr Semi-Bold" charset="0"/>
              </a:rPr>
              <a:t>사용 </a:t>
            </a:r>
            <a:r>
              <a:rPr lang="ko-KR" sz="4600" spc="-340" b="0" strike="noStrike">
                <a:solidFill>
                  <a:srgbClr val="000000"/>
                </a:solidFill>
                <a:latin typeface="Noto Sans Kr Semi-Bold" charset="0"/>
                <a:ea typeface="Noto Sans Kr Semi-Bold" charset="0"/>
                <a:cs typeface="Noto Sans Kr Semi-Bold" charset="0"/>
              </a:rPr>
              <a:t>기</a:t>
            </a:r>
            <a:r>
              <a:rPr lang="ko-KR" sz="4600" spc="-340" b="0" strike="noStrike">
                <a:solidFill>
                  <a:srgbClr val="000000"/>
                </a:solidFill>
                <a:latin typeface="Noto Sans Kr Semi-Bold" charset="0"/>
                <a:ea typeface="Noto Sans Kr Semi-Bold" charset="0"/>
                <a:cs typeface="Noto Sans Kr Semi-Bold" charset="0"/>
              </a:rPr>
              <a:t>술</a:t>
            </a:r>
            <a:endParaRPr lang="ko-KR" altLang="en-US" sz="4600" b="0" strike="noStrike">
              <a:solidFill>
                <a:srgbClr val="000000"/>
              </a:solidFill>
              <a:latin typeface="Noto Sans Kr Semi-Bold" charset="0"/>
              <a:ea typeface="Noto Sans Kr Semi-Bold" charset="0"/>
              <a:cs typeface="Noto Sans Kr Semi-Bold" charset="0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028700" y="1953895"/>
            <a:ext cx="16230600" cy="0"/>
          </a:xfrm>
          <a:prstGeom prst="line">
            <a:avLst/>
          </a:prstGeom>
          <a:ln cap="rnd" w="28575">
            <a:solidFill>
              <a:srgbClr val="2855DE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id="14" name="표 4"/>
          <p:cNvGraphicFramePr>
            <a:graphicFrameLocks noGrp="1"/>
          </p:cNvGraphicFramePr>
          <p:nvPr/>
        </p:nvGraphicFramePr>
        <p:xfrm>
          <a:off x="3031490" y="2388235"/>
          <a:ext cx="12226290" cy="658749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4401820"/>
                <a:gridCol w="7824470"/>
              </a:tblGrid>
              <a:tr h="1179830">
                <a:tc>
                  <a:txBody>
                    <a:bodyPr/>
                    <a:lstStyle/>
                    <a:p>
                      <a:pPr marL="0" indent="0" algn="ctr" lvl="1">
                        <a:lnSpc>
                          <a:spcPts val="2940"/>
                        </a:lnSpc>
                        <a:buFontTx/>
                        <a:buNone/>
                      </a:pPr>
                      <a:endParaRPr lang="ko-KR" altLang="en-US" sz="2100" kern="1200" i="0" b="0">
                        <a:solidFill>
                          <a:srgbClr val="FFFFFF"/>
                        </a:solidFill>
                        <a:latin typeface="Noto Sans Kr Semi-Bold" charset="0"/>
                        <a:ea typeface="Noto Sans Kr Semi-Bold" charset="0"/>
                        <a:cs typeface="Noto Sans Kr Semi-Bold" charset="0"/>
                      </a:endParaRPr>
                    </a:p>
                    <a:p>
                      <a:pPr marL="0" indent="0" algn="ctr" lvl="1">
                        <a:lnSpc>
                          <a:spcPts val="2940"/>
                        </a:lnSpc>
                        <a:buFontTx/>
                        <a:buNone/>
                      </a:pPr>
                      <a:r>
                        <a:rPr lang="ko-KR" sz="2800" kern="1200" spc="-120" i="0" b="0">
                          <a:solidFill>
                            <a:srgbClr val="FFFFFF"/>
                          </a:solidFill>
                          <a:latin typeface="Noto Sans Kr Semi-Bold" charset="0"/>
                          <a:ea typeface="Noto Sans Kr Semi-Bold" charset="0"/>
                          <a:cs typeface="Noto Sans Kr Semi-Bold" charset="0"/>
                        </a:rPr>
                        <a:t>사용</a:t>
                      </a:r>
                      <a:r>
                        <a:rPr lang="ko-KR" sz="2800" kern="1200" spc="-120" i="0" b="0">
                          <a:solidFill>
                            <a:srgbClr val="FFFFFF"/>
                          </a:solidFill>
                          <a:latin typeface="Noto Sans Kr Semi-Bold" charset="0"/>
                          <a:ea typeface="Noto Sans Kr Semi-Bold" charset="0"/>
                          <a:cs typeface="Noto Sans Kr Semi-Bold" charset="0"/>
                        </a:rPr>
                        <a:t> </a:t>
                      </a:r>
                      <a:r>
                        <a:rPr lang="ko-KR" sz="2800" kern="1200" spc="-120" i="0" b="0">
                          <a:solidFill>
                            <a:srgbClr val="FFFFFF"/>
                          </a:solidFill>
                          <a:latin typeface="Noto Sans Kr Semi-Bold" charset="0"/>
                          <a:ea typeface="Noto Sans Kr Semi-Bold" charset="0"/>
                          <a:cs typeface="Noto Sans Kr Semi-Bold" charset="0"/>
                        </a:rPr>
                        <a:t>기술</a:t>
                      </a:r>
                      <a:endParaRPr lang="ko-KR" altLang="en-US" sz="2800" kern="1200" i="0" b="0">
                        <a:solidFill>
                          <a:srgbClr val="FFFFFF"/>
                        </a:solidFill>
                        <a:latin typeface="Noto Sans Kr Semi-Bold" charset="0"/>
                        <a:ea typeface="Noto Sans Kr Semi-Bold" charset="0"/>
                        <a:cs typeface="Noto Sans Kr Semi-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solidFill>
                        <a:srgbClr val="9B8B7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B8B7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55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vl="1">
                        <a:lnSpc>
                          <a:spcPts val="2940"/>
                        </a:lnSpc>
                        <a:buFontTx/>
                        <a:buNone/>
                      </a:pPr>
                      <a:endParaRPr lang="ko-KR" altLang="en-US" sz="2100" kern="1200" i="0" b="0">
                        <a:solidFill>
                          <a:srgbClr val="FFFFFF"/>
                        </a:solidFill>
                        <a:latin typeface="Noto Sans Kr Semi-Bold" charset="0"/>
                        <a:ea typeface="Noto Sans Kr Semi-Bold" charset="0"/>
                        <a:cs typeface="Noto Sans Kr Semi-Bold" charset="0"/>
                      </a:endParaRPr>
                    </a:p>
                    <a:p>
                      <a:pPr marL="0" indent="0" algn="ctr" lvl="1">
                        <a:lnSpc>
                          <a:spcPts val="2940"/>
                        </a:lnSpc>
                        <a:buFontTx/>
                        <a:buNone/>
                      </a:pPr>
                      <a:r>
                        <a:rPr lang="ko-KR" sz="2800" kern="1200" spc="-120" i="0" b="0">
                          <a:solidFill>
                            <a:srgbClr val="FFFFFF"/>
                          </a:solidFill>
                          <a:latin typeface="Noto Sans Kr Semi-Bold" charset="0"/>
                          <a:ea typeface="Noto Sans Kr Semi-Bold" charset="0"/>
                          <a:cs typeface="Noto Sans Kr Semi-Bold" charset="0"/>
                        </a:rPr>
                        <a:t>설명</a:t>
                      </a:r>
                      <a:endParaRPr lang="ko-KR" altLang="en-US" sz="2800" kern="1200" i="0" b="0">
                        <a:solidFill>
                          <a:srgbClr val="FFFFFF"/>
                        </a:solidFill>
                        <a:latin typeface="Noto Sans Kr Semi-Bold" charset="0"/>
                        <a:ea typeface="Noto Sans Kr Semi-Bold" charset="0"/>
                        <a:cs typeface="Noto Sans Kr Semi-Bold" charset="0"/>
                      </a:endParaRPr>
                    </a:p>
                  </a:txBody>
                  <a:tcPr marL="0" marR="0" marT="0" marB="0" anchor="t">
                    <a:lnL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B8B7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B8B7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55DE"/>
                    </a:solidFill>
                  </a:tcPr>
                </a:tc>
              </a:tr>
              <a:tr h="1351915">
                <a:tc>
                  <a:txBody>
                    <a:bodyPr/>
                    <a:lstStyle/>
                    <a:p>
                      <a:pPr marL="0" indent="0" algn="ctr" lvl="1">
                        <a:lnSpc>
                          <a:spcPts val="3360"/>
                        </a:lnSpc>
                        <a:buFontTx/>
                        <a:buNone/>
                      </a:pPr>
                      <a:endParaRPr lang="ko-KR" altLang="en-US" sz="2400" kern="1200" i="0" b="0">
                        <a:solidFill>
                          <a:srgbClr val="2855DE"/>
                        </a:solidFill>
                        <a:latin typeface="Noto Sans Kr Bold" charset="0"/>
                        <a:ea typeface="Noto Sans Kr Bold" charset="0"/>
                        <a:cs typeface="Noto Sans Kr Bold" charset="0"/>
                      </a:endParaRPr>
                    </a:p>
                    <a:p>
                      <a:pPr marL="0" indent="0" algn="ctr" lvl="1">
                        <a:lnSpc>
                          <a:spcPts val="3360"/>
                        </a:lnSpc>
                        <a:buFontTx/>
                        <a:buNone/>
                      </a:pPr>
                      <a:r>
                        <a:rPr lang="ko-KR" sz="2400" kern="1200" spc="-110" i="0" b="0">
                          <a:solidFill>
                            <a:srgbClr val="2855DE"/>
                          </a:solidFill>
                          <a:latin typeface="Noto Sans Kr Bold" charset="0"/>
                          <a:ea typeface="Noto Sans Kr Bold" charset="0"/>
                          <a:cs typeface="Noto Sans Kr Bold" charset="0"/>
                        </a:rPr>
                        <a:t>H</a:t>
                      </a:r>
                      <a:r>
                        <a:rPr lang="ko-KR" sz="2400" kern="1200" spc="-110" i="0" b="0">
                          <a:solidFill>
                            <a:srgbClr val="2855DE"/>
                          </a:solidFill>
                          <a:latin typeface="Noto Sans Kr Bold" charset="0"/>
                          <a:ea typeface="Noto Sans Kr Bold" charset="0"/>
                          <a:cs typeface="Noto Sans Kr Bold" charset="0"/>
                        </a:rPr>
                        <a:t>TML</a:t>
                      </a:r>
                      <a:endParaRPr lang="ko-KR" altLang="en-US" sz="2400" kern="1200" i="0" b="0">
                        <a:solidFill>
                          <a:srgbClr val="2855DE"/>
                        </a:solidFill>
                        <a:latin typeface="Noto Sans Kr Bold" charset="0"/>
                        <a:ea typeface="Noto Sans Kr Bold" charset="0"/>
                        <a:cs typeface="Noto Sans Kr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solidFill>
                        <a:srgbClr val="9B8B7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vl="1">
                        <a:lnSpc>
                          <a:spcPts val="2940"/>
                        </a:lnSpc>
                        <a:buFontTx/>
                        <a:buNone/>
                      </a:pPr>
                      <a:endParaRPr lang="ko-KR" altLang="en-US" sz="2100" kern="1200" i="0" b="0">
                        <a:solidFill>
                          <a:srgbClr val="000000"/>
                        </a:solidFill>
                        <a:latin typeface="JASO Sans" charset="0"/>
                        <a:ea typeface="JASO Sans" charset="0"/>
                        <a:cs typeface="JASO Sans" charset="0"/>
                      </a:endParaRPr>
                    </a:p>
                    <a:p>
                      <a:pPr marL="0" indent="0" algn="ctr" lvl="1">
                        <a:lnSpc>
                          <a:spcPts val="2940"/>
                        </a:lnSpc>
                        <a:buFontTx/>
                        <a:buNone/>
                      </a:pPr>
                      <a:r>
                        <a:rPr lang="ko-KR" sz="2100" kern="1200" spc="-120" i="0" b="0">
                          <a:solidFill>
                            <a:srgbClr val="000000"/>
                          </a:solidFill>
                          <a:latin typeface="JASO Sans" charset="0"/>
                          <a:ea typeface="JASO Sans" charset="0"/>
                          <a:cs typeface="JASO Sans" charset="0"/>
                        </a:rPr>
                        <a:t>화면 </a:t>
                      </a:r>
                      <a:r>
                        <a:rPr lang="ko-KR" sz="2100" kern="1200" spc="-120" i="0" b="0">
                          <a:solidFill>
                            <a:srgbClr val="000000"/>
                          </a:solidFill>
                          <a:latin typeface="JASO Sans" charset="0"/>
                          <a:ea typeface="JASO Sans" charset="0"/>
                          <a:cs typeface="JASO Sans" charset="0"/>
                        </a:rPr>
                        <a:t>구</a:t>
                      </a:r>
                      <a:r>
                        <a:rPr lang="ko-KR" sz="2100" kern="1200" spc="-120" i="0" b="0">
                          <a:solidFill>
                            <a:srgbClr val="000000"/>
                          </a:solidFill>
                          <a:latin typeface="JASO Sans" charset="0"/>
                          <a:ea typeface="JASO Sans" charset="0"/>
                          <a:cs typeface="JASO Sans" charset="0"/>
                        </a:rPr>
                        <a:t>성</a:t>
                      </a:r>
                      <a:endParaRPr lang="ko-KR" altLang="en-US" sz="2100" kern="1200" i="0" b="0">
                        <a:solidFill>
                          <a:srgbClr val="000000"/>
                        </a:solidFill>
                        <a:latin typeface="JASO Sans" charset="0"/>
                        <a:ea typeface="JASO Sans" charset="0"/>
                        <a:cs typeface="JASO Sans" charset="0"/>
                      </a:endParaRPr>
                    </a:p>
                  </a:txBody>
                  <a:tcPr marL="0" marR="0" marT="0" marB="0" anchor="t">
                    <a:lnL w="19050" cap="flat" cmpd="sng" algn="ctr">
                      <a:solidFill>
                        <a:srgbClr val="D5D5D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B8B7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5D5D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1915">
                <a:tc>
                  <a:txBody>
                    <a:bodyPr/>
                    <a:lstStyle/>
                    <a:p>
                      <a:pPr marL="0" indent="0" algn="ctr" lvl="1">
                        <a:lnSpc>
                          <a:spcPts val="3360"/>
                        </a:lnSpc>
                        <a:buFontTx/>
                        <a:buNone/>
                      </a:pPr>
                      <a:endParaRPr lang="ko-KR" altLang="en-US" sz="2400" kern="1200" i="0" b="0">
                        <a:solidFill>
                          <a:srgbClr val="2855DE"/>
                        </a:solidFill>
                        <a:latin typeface="Noto Sans Kr Bold" charset="0"/>
                        <a:ea typeface="Noto Sans Kr Bold" charset="0"/>
                        <a:cs typeface="Noto Sans Kr Bold" charset="0"/>
                      </a:endParaRPr>
                    </a:p>
                    <a:p>
                      <a:pPr marL="0" indent="0" algn="ctr" lvl="1">
                        <a:lnSpc>
                          <a:spcPts val="3360"/>
                        </a:lnSpc>
                        <a:buFontTx/>
                        <a:buNone/>
                      </a:pPr>
                      <a:r>
                        <a:rPr lang="ko-KR" sz="2400" kern="1200" spc="-110" i="0" b="0">
                          <a:solidFill>
                            <a:srgbClr val="2855DE"/>
                          </a:solidFill>
                          <a:latin typeface="Noto Sans Kr Bold" charset="0"/>
                          <a:ea typeface="Noto Sans Kr Bold" charset="0"/>
                          <a:cs typeface="Noto Sans Kr Bold" charset="0"/>
                        </a:rPr>
                        <a:t>C</a:t>
                      </a:r>
                      <a:r>
                        <a:rPr lang="ko-KR" sz="2400" kern="1200" spc="-110" i="0" b="0">
                          <a:solidFill>
                            <a:srgbClr val="2855DE"/>
                          </a:solidFill>
                          <a:latin typeface="Noto Sans Kr Bold" charset="0"/>
                          <a:ea typeface="Noto Sans Kr Bold" charset="0"/>
                          <a:cs typeface="Noto Sans Kr Bold" charset="0"/>
                        </a:rPr>
                        <a:t>SS</a:t>
                      </a:r>
                      <a:endParaRPr lang="ko-KR" altLang="en-US" sz="2400" kern="1200" i="0" b="0">
                        <a:solidFill>
                          <a:srgbClr val="2855DE"/>
                        </a:solidFill>
                        <a:latin typeface="Noto Sans Kr Bold" charset="0"/>
                        <a:ea typeface="Noto Sans Kr Bold" charset="0"/>
                        <a:cs typeface="Noto Sans Kr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solidFill>
                        <a:srgbClr val="9B8B7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vl="1">
                        <a:lnSpc>
                          <a:spcPts val="2940"/>
                        </a:lnSpc>
                        <a:buFontTx/>
                        <a:buNone/>
                      </a:pPr>
                      <a:endParaRPr lang="ko-KR" altLang="en-US" sz="2100" kern="1200" i="0" b="0">
                        <a:solidFill>
                          <a:srgbClr val="000000"/>
                        </a:solidFill>
                        <a:latin typeface="JASO Sans" charset="0"/>
                        <a:ea typeface="JASO Sans" charset="0"/>
                        <a:cs typeface="JASO Sans" charset="0"/>
                      </a:endParaRPr>
                    </a:p>
                    <a:p>
                      <a:pPr marL="0" indent="0" algn="ctr" lvl="1">
                        <a:lnSpc>
                          <a:spcPts val="2940"/>
                        </a:lnSpc>
                        <a:buFontTx/>
                        <a:buNone/>
                      </a:pPr>
                      <a:r>
                        <a:rPr lang="ko-KR" sz="2100" kern="1200" spc="-120" i="0" b="0">
                          <a:solidFill>
                            <a:srgbClr val="000000"/>
                          </a:solidFill>
                          <a:latin typeface="JASO Sans" charset="0"/>
                          <a:ea typeface="JASO Sans" charset="0"/>
                          <a:cs typeface="JASO Sans" charset="0"/>
                        </a:rPr>
                        <a:t>디자인</a:t>
                      </a:r>
                      <a:endParaRPr lang="ko-KR" altLang="en-US" sz="2100" kern="1200" i="0" b="0">
                        <a:solidFill>
                          <a:srgbClr val="000000"/>
                        </a:solidFill>
                        <a:latin typeface="JASO Sans" charset="0"/>
                        <a:ea typeface="JASO Sans" charset="0"/>
                        <a:cs typeface="JASO Sans" charset="0"/>
                      </a:endParaRPr>
                    </a:p>
                  </a:txBody>
                  <a:tcPr marL="0" marR="0" marT="0" marB="0" anchor="t">
                    <a:lnL w="19050" cap="flat" cmpd="sng" algn="ctr">
                      <a:solidFill>
                        <a:srgbClr val="D5D5D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B8B7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5D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5D5D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1915">
                <a:tc>
                  <a:txBody>
                    <a:bodyPr/>
                    <a:lstStyle/>
                    <a:p>
                      <a:pPr marL="0" indent="0" algn="ctr" lvl="1">
                        <a:lnSpc>
                          <a:spcPts val="3360"/>
                        </a:lnSpc>
                        <a:buFontTx/>
                        <a:buNone/>
                      </a:pPr>
                      <a:endParaRPr lang="ko-KR" altLang="en-US" sz="2400" kern="1200" i="0" b="0">
                        <a:solidFill>
                          <a:srgbClr val="2855DE"/>
                        </a:solidFill>
                        <a:latin typeface="Noto Sans Kr Bold" charset="0"/>
                        <a:ea typeface="Noto Sans Kr Bold" charset="0"/>
                        <a:cs typeface="Noto Sans Kr Bold" charset="0"/>
                      </a:endParaRPr>
                    </a:p>
                    <a:p>
                      <a:pPr marL="0" indent="0" algn="ctr" lvl="1">
                        <a:lnSpc>
                          <a:spcPts val="3360"/>
                        </a:lnSpc>
                        <a:buFontTx/>
                        <a:buNone/>
                      </a:pPr>
                      <a:r>
                        <a:rPr lang="ko-KR" sz="2400" kern="1200" spc="-110" i="0" b="0">
                          <a:solidFill>
                            <a:srgbClr val="2855DE"/>
                          </a:solidFill>
                          <a:latin typeface="Noto Sans Kr Bold" charset="0"/>
                          <a:ea typeface="Noto Sans Kr Bold" charset="0"/>
                          <a:cs typeface="Noto Sans Kr Bold" charset="0"/>
                        </a:rPr>
                        <a:t>J</a:t>
                      </a:r>
                      <a:r>
                        <a:rPr lang="ko-KR" sz="2400" kern="1200" spc="-110" i="0" b="0">
                          <a:solidFill>
                            <a:srgbClr val="2855DE"/>
                          </a:solidFill>
                          <a:latin typeface="Noto Sans Kr Bold" charset="0"/>
                          <a:ea typeface="Noto Sans Kr Bold" charset="0"/>
                          <a:cs typeface="Noto Sans Kr Bold" charset="0"/>
                        </a:rPr>
                        <a:t>avaScript</a:t>
                      </a:r>
                      <a:endParaRPr lang="ko-KR" altLang="en-US" sz="2400" kern="1200" i="0" b="0">
                        <a:solidFill>
                          <a:srgbClr val="2855DE"/>
                        </a:solidFill>
                        <a:latin typeface="Noto Sans Kr Bold" charset="0"/>
                        <a:ea typeface="Noto Sans Kr Bold" charset="0"/>
                        <a:cs typeface="Noto Sans Kr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solidFill>
                        <a:srgbClr val="9B8B7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vl="1">
                        <a:lnSpc>
                          <a:spcPts val="2940"/>
                        </a:lnSpc>
                        <a:buFontTx/>
                        <a:buNone/>
                      </a:pPr>
                      <a:endParaRPr lang="ko-KR" altLang="en-US" sz="2100" kern="1200" i="0" b="0">
                        <a:solidFill>
                          <a:srgbClr val="000000"/>
                        </a:solidFill>
                        <a:latin typeface="JASO Sans" charset="0"/>
                        <a:ea typeface="JASO Sans" charset="0"/>
                        <a:cs typeface="JASO Sans" charset="0"/>
                      </a:endParaRPr>
                    </a:p>
                    <a:p>
                      <a:pPr marL="0" indent="0" algn="ctr" lvl="1">
                        <a:lnSpc>
                          <a:spcPts val="2940"/>
                        </a:lnSpc>
                        <a:buFontTx/>
                        <a:buNone/>
                      </a:pPr>
                      <a:r>
                        <a:rPr lang="ko-KR" sz="2100" kern="1200" spc="-120" i="0" b="0">
                          <a:solidFill>
                            <a:srgbClr val="000000"/>
                          </a:solidFill>
                          <a:latin typeface="JASO Sans" charset="0"/>
                          <a:ea typeface="JASO Sans" charset="0"/>
                          <a:cs typeface="JASO Sans" charset="0"/>
                        </a:rPr>
                        <a:t>기능 </a:t>
                      </a:r>
                      <a:r>
                        <a:rPr lang="ko-KR" sz="2100" kern="1200" spc="-120" i="0" b="0">
                          <a:solidFill>
                            <a:srgbClr val="000000"/>
                          </a:solidFill>
                          <a:latin typeface="JASO Sans" charset="0"/>
                          <a:ea typeface="JASO Sans" charset="0"/>
                          <a:cs typeface="JASO Sans" charset="0"/>
                        </a:rPr>
                        <a:t>구</a:t>
                      </a:r>
                      <a:r>
                        <a:rPr lang="ko-KR" sz="2100" kern="1200" spc="-120" i="0" b="0">
                          <a:solidFill>
                            <a:srgbClr val="000000"/>
                          </a:solidFill>
                          <a:latin typeface="JASO Sans" charset="0"/>
                          <a:ea typeface="JASO Sans" charset="0"/>
                          <a:cs typeface="JASO Sans" charset="0"/>
                        </a:rPr>
                        <a:t>현</a:t>
                      </a:r>
                      <a:endParaRPr lang="ko-KR" altLang="en-US" sz="2100" kern="1200" i="0" b="0">
                        <a:solidFill>
                          <a:srgbClr val="000000"/>
                        </a:solidFill>
                        <a:latin typeface="JASO Sans" charset="0"/>
                        <a:ea typeface="JASO Sans" charset="0"/>
                        <a:cs typeface="JASO Sans" charset="0"/>
                      </a:endParaRPr>
                    </a:p>
                  </a:txBody>
                  <a:tcPr marL="0" marR="0" marT="0" marB="0" anchor="t">
                    <a:lnL w="19050" cap="flat" cmpd="sng" algn="ctr">
                      <a:solidFill>
                        <a:srgbClr val="D5D5D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B8B7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5D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5D5D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1915">
                <a:tc>
                  <a:txBody>
                    <a:bodyPr/>
                    <a:lstStyle/>
                    <a:p>
                      <a:pPr marL="0" indent="0" algn="ctr" lvl="1">
                        <a:lnSpc>
                          <a:spcPts val="3360"/>
                        </a:lnSpc>
                        <a:buFontTx/>
                        <a:buNone/>
                      </a:pPr>
                      <a:endParaRPr lang="ko-KR" altLang="en-US" sz="2400" kern="1200" i="0" b="0">
                        <a:solidFill>
                          <a:srgbClr val="2855DE"/>
                        </a:solidFill>
                        <a:latin typeface="Noto Sans Kr Bold" charset="0"/>
                        <a:ea typeface="Noto Sans Kr Bold" charset="0"/>
                        <a:cs typeface="Noto Sans Kr Bold" charset="0"/>
                      </a:endParaRPr>
                    </a:p>
                    <a:p>
                      <a:pPr marL="0" indent="0" algn="ctr" lvl="1">
                        <a:lnSpc>
                          <a:spcPts val="3360"/>
                        </a:lnSpc>
                        <a:buFontTx/>
                        <a:buNone/>
                      </a:pPr>
                      <a:r>
                        <a:rPr lang="ko-KR" sz="2400" kern="1200" spc="-110" i="0" b="0">
                          <a:solidFill>
                            <a:srgbClr val="2855DE"/>
                          </a:solidFill>
                          <a:latin typeface="Noto Sans Kr Bold" charset="0"/>
                          <a:ea typeface="Noto Sans Kr Bold" charset="0"/>
                          <a:cs typeface="Noto Sans Kr Bold" charset="0"/>
                        </a:rPr>
                        <a:t>l</a:t>
                      </a:r>
                      <a:r>
                        <a:rPr lang="ko-KR" sz="2400" kern="1200" spc="-110" i="0" b="0">
                          <a:solidFill>
                            <a:srgbClr val="2855DE"/>
                          </a:solidFill>
                          <a:latin typeface="Noto Sans Kr Bold" charset="0"/>
                          <a:ea typeface="Noto Sans Kr Bold" charset="0"/>
                          <a:cs typeface="Noto Sans Kr Bold" charset="0"/>
                        </a:rPr>
                        <a:t>ocalStorage</a:t>
                      </a:r>
                      <a:endParaRPr lang="ko-KR" altLang="en-US" sz="2400" kern="1200" i="0" b="0">
                        <a:solidFill>
                          <a:srgbClr val="2855DE"/>
                        </a:solidFill>
                        <a:latin typeface="Noto Sans Kr Bold" charset="0"/>
                        <a:ea typeface="Noto Sans Kr Bold" charset="0"/>
                        <a:cs typeface="Noto Sans Kr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solidFill>
                        <a:srgbClr val="9B8B7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vl="1">
                        <a:lnSpc>
                          <a:spcPts val="2940"/>
                        </a:lnSpc>
                        <a:buFontTx/>
                        <a:buNone/>
                      </a:pPr>
                      <a:endParaRPr lang="ko-KR" altLang="en-US" sz="2100" kern="1200" i="0" b="0">
                        <a:solidFill>
                          <a:srgbClr val="000000"/>
                        </a:solidFill>
                        <a:latin typeface="JASO Sans" charset="0"/>
                        <a:ea typeface="JASO Sans" charset="0"/>
                        <a:cs typeface="JASO Sans" charset="0"/>
                      </a:endParaRPr>
                    </a:p>
                    <a:p>
                      <a:pPr marL="0" indent="0" algn="ctr" lvl="1">
                        <a:lnSpc>
                          <a:spcPts val="2940"/>
                        </a:lnSpc>
                        <a:buFontTx/>
                        <a:buNone/>
                      </a:pPr>
                      <a:r>
                        <a:rPr lang="ko-KR" sz="2100" kern="1200" spc="-120" i="0" b="0">
                          <a:solidFill>
                            <a:srgbClr val="000000"/>
                          </a:solidFill>
                          <a:latin typeface="JASO Sans" charset="0"/>
                          <a:ea typeface="JASO Sans" charset="0"/>
                          <a:cs typeface="JASO Sans" charset="0"/>
                        </a:rPr>
                        <a:t>데이터 </a:t>
                      </a:r>
                      <a:r>
                        <a:rPr lang="ko-KR" sz="2100" kern="1200" spc="-120" i="0" b="0">
                          <a:solidFill>
                            <a:srgbClr val="000000"/>
                          </a:solidFill>
                          <a:latin typeface="JASO Sans" charset="0"/>
                          <a:ea typeface="JASO Sans" charset="0"/>
                          <a:cs typeface="JASO Sans" charset="0"/>
                        </a:rPr>
                        <a:t>저</a:t>
                      </a:r>
                      <a:r>
                        <a:rPr lang="ko-KR" sz="2100" kern="1200" spc="-120" i="0" b="0">
                          <a:solidFill>
                            <a:srgbClr val="000000"/>
                          </a:solidFill>
                          <a:latin typeface="JASO Sans" charset="0"/>
                          <a:ea typeface="JASO Sans" charset="0"/>
                          <a:cs typeface="JASO Sans" charset="0"/>
                        </a:rPr>
                        <a:t>장</a:t>
                      </a:r>
                      <a:endParaRPr lang="ko-KR" altLang="en-US" sz="2100" kern="1200" i="0" b="0">
                        <a:solidFill>
                          <a:srgbClr val="000000"/>
                        </a:solidFill>
                        <a:latin typeface="JASO Sans" charset="0"/>
                        <a:ea typeface="JASO Sans" charset="0"/>
                        <a:cs typeface="JASO Sans" charset="0"/>
                      </a:endParaRPr>
                    </a:p>
                  </a:txBody>
                  <a:tcPr marL="0" marR="0" marT="0" marB="0" anchor="t">
                    <a:lnL w="19050" cap="flat" cmpd="sng" algn="ctr">
                      <a:solidFill>
                        <a:srgbClr val="D5D5D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B8B7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5D5D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5D5D5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>
          <a:xfrm rot="0">
            <a:off x="361950" y="361950"/>
            <a:ext cx="17564735" cy="9563735"/>
            <a:chOff x="361950" y="361950"/>
            <a:chExt cx="17564735" cy="9563735"/>
          </a:xfrm>
        </p:grpSpPr>
        <p:sp>
          <p:nvSpPr>
            <p:cNvPr id="3" name="Rect 0"/>
            <p:cNvSpPr>
              <a:spLocks/>
            </p:cNvSpPr>
            <p:nvPr/>
          </p:nvSpPr>
          <p:spPr>
            <a:xfrm rot="0">
              <a:off x="361950" y="361950"/>
              <a:ext cx="17564735" cy="9563735"/>
            </a:xfrm>
            <a:custGeom>
              <a:gdLst>
                <a:gd fmla="*/ 15427 w 4561452" name="TX0"/>
                <a:gd fmla="*/ 0 h 2483567" name="TY0"/>
                <a:gd fmla="*/ 4546023 w 4561452" name="TX1"/>
                <a:gd fmla="*/ 0 h 2483567" name="TY1"/>
                <a:gd fmla="*/ 4556932 w 4561452" name="TX2"/>
                <a:gd fmla="*/ 4519 h 2483567" name="TY2"/>
                <a:gd fmla="*/ 4561451 w 4561452" name="TX3"/>
                <a:gd fmla="*/ 15427 h 2483567" name="TY3"/>
                <a:gd fmla="*/ 4561451 w 4561452" name="TX4"/>
                <a:gd fmla="*/ 2468139 h 2483567" name="TY4"/>
                <a:gd fmla="*/ 4556932 w 4561452" name="TX5"/>
                <a:gd fmla="*/ 2479048 h 2483567" name="TY5"/>
                <a:gd fmla="*/ 4546023 w 4561452" name="TX6"/>
                <a:gd fmla="*/ 2483566 h 2483567" name="TY6"/>
                <a:gd fmla="*/ 15427 w 4561452" name="TX7"/>
                <a:gd fmla="*/ 2483566 h 2483567" name="TY7"/>
                <a:gd fmla="*/ 4519 w 4561452" name="TX8"/>
                <a:gd fmla="*/ 2479048 h 2483567" name="TY8"/>
                <a:gd fmla="*/ 0 w 4561452" name="TX9"/>
                <a:gd fmla="*/ 2468139 h 2483567" name="TY9"/>
                <a:gd fmla="*/ 0 w 4561452" name="TX10"/>
                <a:gd fmla="*/ 15427 h 2483567" name="TY10"/>
                <a:gd fmla="*/ 4519 w 4561452" name="TX11"/>
                <a:gd fmla="*/ 4519 h 2483567" name="TY11"/>
                <a:gd fmla="*/ 15427 w 4561452" name="TX12"/>
                <a:gd fmla="*/ 0 h 2483567" name="TY12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</a:cxnLst>
              <a:rect l="l" t="t" r="r" b="b"/>
              <a:pathLst>
                <a:path w="4561452" h="2483567">
                  <a:moveTo>
                    <a:pt x="15427" y="0"/>
                  </a:moveTo>
                  <a:lnTo>
                    <a:pt x="4546023" y="0"/>
                  </a:lnTo>
                  <a:cubicBezTo>
                    <a:pt x="4550115" y="0"/>
                    <a:pt x="4554039" y="1625"/>
                    <a:pt x="4556932" y="4519"/>
                  </a:cubicBezTo>
                  <a:cubicBezTo>
                    <a:pt x="4559825" y="7412"/>
                    <a:pt x="4561451" y="11336"/>
                    <a:pt x="4561451" y="15427"/>
                  </a:cubicBezTo>
                  <a:lnTo>
                    <a:pt x="4561451" y="2468139"/>
                  </a:lnTo>
                  <a:cubicBezTo>
                    <a:pt x="4561451" y="2472231"/>
                    <a:pt x="4559825" y="2476155"/>
                    <a:pt x="4556932" y="2479048"/>
                  </a:cubicBezTo>
                  <a:cubicBezTo>
                    <a:pt x="4554039" y="2481941"/>
                    <a:pt x="4550115" y="2483566"/>
                    <a:pt x="4546023" y="2483566"/>
                  </a:cubicBezTo>
                  <a:lnTo>
                    <a:pt x="15427" y="2483566"/>
                  </a:lnTo>
                  <a:cubicBezTo>
                    <a:pt x="11336" y="2483566"/>
                    <a:pt x="7412" y="2481941"/>
                    <a:pt x="4519" y="2479048"/>
                  </a:cubicBezTo>
                  <a:cubicBezTo>
                    <a:pt x="1625" y="2476155"/>
                    <a:pt x="0" y="2472231"/>
                    <a:pt x="0" y="2468139"/>
                  </a:cubicBezTo>
                  <a:lnTo>
                    <a:pt x="0" y="15427"/>
                  </a:lnTo>
                  <a:cubicBezTo>
                    <a:pt x="0" y="11336"/>
                    <a:pt x="1625" y="7412"/>
                    <a:pt x="4519" y="4519"/>
                  </a:cubicBezTo>
                  <a:cubicBezTo>
                    <a:pt x="7412" y="1625"/>
                    <a:pt x="11336" y="0"/>
                    <a:pt x="1542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  <p:sp>
          <p:nvSpPr>
            <p:cNvPr id="4" name="Rect 0"/>
            <p:cNvSpPr txBox="1">
              <a:spLocks/>
            </p:cNvSpPr>
            <p:nvPr/>
          </p:nvSpPr>
          <p:spPr>
            <a:xfrm rot="0">
              <a:off x="361950" y="288290"/>
              <a:ext cx="17564735" cy="9637395"/>
            </a:xfrm>
            <a:prstGeom prst="rect"/>
          </p:spPr>
          <p:txBody>
            <a:bodyPr wrap="square" lIns="50800" tIns="50800" rIns="50800" bIns="50800" rtlCol="1" vert="horz" anchor="ctr">
              <a:noAutofit/>
            </a:bodyPr>
            <a:lstStyle/>
            <a:p>
              <a:pPr marL="0" indent="0" rtl="0" algn="ctr" defTabSz="914400" eaLnBrk="1" latinLnBrk="0" hangingPunct="1">
                <a:buFontTx/>
                <a:buNone/>
              </a:pPr>
              <a:endParaRPr lang="ko-KR" altLang="en-US" sz="1800">
                <a:solidFill>
                  <a:schemeClr val="tx1"/>
                </a:solidFill>
                <a:latin typeface="Calibri" charset="0"/>
                <a:ea typeface="맑은 고딕" charset="0"/>
                <a:sym typeface="맑은 고딕" charset="0"/>
              </a:endParaRPr>
            </a:p>
          </p:txBody>
        </p:sp>
      </p:grpSp>
      <p:sp>
        <p:nvSpPr>
          <p:cNvPr id="11" name="Rect 0"/>
          <p:cNvSpPr txBox="1">
            <a:spLocks/>
          </p:cNvSpPr>
          <p:nvPr/>
        </p:nvSpPr>
        <p:spPr>
          <a:xfrm rot="0">
            <a:off x="6010910" y="748665"/>
            <a:ext cx="6266180" cy="818515"/>
          </a:xfrm>
          <a:prstGeom prst="rect"/>
        </p:spPr>
        <p:txBody>
          <a:bodyPr wrap="square" lIns="0" tIns="0" rIns="0" bIns="0" rtlCol="1" vert="horz" anchor="t">
            <a:sp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4600" spc="-340" b="0">
                <a:solidFill>
                  <a:srgbClr val="000000"/>
                </a:solidFill>
                <a:latin typeface="Noto Sans Kr Bold" charset="0"/>
                <a:ea typeface="Noto Sans Kr Bold" charset="0"/>
                <a:sym typeface="맑은 고딕" charset="0"/>
              </a:rPr>
              <a:t>주</a:t>
            </a:r>
            <a:r>
              <a:rPr lang="ko-KR" sz="4600" spc="-340" b="0">
                <a:solidFill>
                  <a:srgbClr val="000000"/>
                </a:solidFill>
                <a:latin typeface="Noto Sans Kr Bold" charset="0"/>
                <a:ea typeface="Noto Sans Kr Bold" charset="0"/>
                <a:sym typeface="맑은 고딕" charset="0"/>
              </a:rPr>
              <a:t>요 </a:t>
            </a:r>
            <a:r>
              <a:rPr lang="ko-KR" sz="4600" spc="-340" b="0">
                <a:solidFill>
                  <a:srgbClr val="000000"/>
                </a:solidFill>
                <a:latin typeface="Noto Sans Kr Bold" charset="0"/>
                <a:ea typeface="Noto Sans Kr Bold" charset="0"/>
                <a:sym typeface="맑은 고딕" charset="0"/>
              </a:rPr>
              <a:t>기</a:t>
            </a:r>
            <a:r>
              <a:rPr lang="ko-KR" sz="4600" spc="-340" b="0">
                <a:solidFill>
                  <a:srgbClr val="000000"/>
                </a:solidFill>
                <a:latin typeface="Noto Sans Kr Bold" charset="0"/>
                <a:ea typeface="Noto Sans Kr Bold" charset="0"/>
                <a:sym typeface="맑은 고딕" charset="0"/>
              </a:rPr>
              <a:t>능 </a:t>
            </a:r>
            <a:r>
              <a:rPr lang="ko-KR" sz="4600" spc="-340" b="0">
                <a:solidFill>
                  <a:srgbClr val="000000"/>
                </a:solidFill>
                <a:latin typeface="Noto Sans Kr Bold" charset="0"/>
                <a:ea typeface="Noto Sans Kr Bold" charset="0"/>
                <a:sym typeface="맑은 고딕" charset="0"/>
              </a:rPr>
              <a:t>설</a:t>
            </a:r>
            <a:r>
              <a:rPr lang="ko-KR" sz="4600" spc="-340" b="0">
                <a:solidFill>
                  <a:srgbClr val="000000"/>
                </a:solidFill>
                <a:latin typeface="Noto Sans Kr Bold" charset="0"/>
                <a:ea typeface="Noto Sans Kr Bold" charset="0"/>
                <a:sym typeface="맑은 고딕" charset="0"/>
              </a:rPr>
              <a:t>명</a:t>
            </a:r>
            <a:endParaRPr lang="ko-KR" altLang="en-US" sz="4600" b="0">
              <a:solidFill>
                <a:srgbClr val="000000"/>
              </a:solidFill>
              <a:latin typeface="Noto Sans Kr Bold" charset="0"/>
              <a:ea typeface="Noto Sans Kr Bold" charset="0"/>
              <a:sym typeface="맑은 고딕" charset="0"/>
            </a:endParaRPr>
          </a:p>
        </p:txBody>
      </p:sp>
      <p:sp>
        <p:nvSpPr>
          <p:cNvPr id="12" name="Rect 0"/>
          <p:cNvSpPr txBox="1">
            <a:spLocks/>
          </p:cNvSpPr>
          <p:nvPr/>
        </p:nvSpPr>
        <p:spPr>
          <a:xfrm rot="0">
            <a:off x="1456055" y="3596005"/>
            <a:ext cx="6906895" cy="4694555"/>
          </a:xfrm>
          <a:prstGeom prst="rect"/>
        </p:spPr>
        <p:txBody>
          <a:bodyPr wrap="square" lIns="0" tIns="0" rIns="0" bIns="0" rtlCol="1" vert="horz" anchor="t">
            <a:spAutoFit/>
          </a:bodyPr>
          <a:lstStyle/>
          <a:p>
            <a:pPr marL="0" indent="0" rtl="0" algn="just" defTabSz="914400" eaLnBrk="1" latinLnBrk="0" hangingPunct="1">
              <a:buFontTx/>
              <a:buNone/>
            </a:pPr>
            <a:r>
              <a:rPr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-</a:t>
            </a:r>
            <a:r>
              <a:rPr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 할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 일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추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가</a:t>
            </a:r>
            <a:endParaRPr lang="ko-KR" altLang="en-US" sz="2200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  <a:p>
            <a:pPr marL="0" indent="0" rtl="0" algn="just" defTabSz="914400" eaLnBrk="1" latinLnBrk="0" hangingPunct="1">
              <a:buFontTx/>
              <a:buNone/>
            </a:pP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입력창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에 할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일을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입력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한 후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추가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버튼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을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누르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면</a:t>
            </a:r>
            <a:endParaRPr lang="ko-KR" altLang="en-US" sz="2200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  <a:p>
            <a:pPr marL="0" indent="0" rtl="0" algn="just" defTabSz="914400" eaLnBrk="1" latinLnBrk="0" hangingPunct="1">
              <a:buFontTx/>
              <a:buNone/>
            </a:pP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   목록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에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새로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운 할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일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이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추가되도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록 구현했습니다.</a:t>
            </a:r>
            <a:endParaRPr lang="ko-KR" altLang="en-US" sz="2200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  <a:p>
            <a:pPr marL="0" indent="0" rtl="0" algn="just" defTabSz="914400" eaLnBrk="1" latinLnBrk="0" hangingPunct="1">
              <a:buFontTx/>
              <a:buNone/>
            </a:pPr>
            <a:endParaRPr lang="ko-KR" altLang="en-US" sz="2200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  <a:p>
            <a:pPr marL="0" indent="0" rtl="0" algn="just" defTabSz="914400" eaLnBrk="1" latinLnBrk="0" hangingPunct="1">
              <a:buFontTx/>
              <a:buNone/>
            </a:pP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-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완료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기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능</a:t>
            </a:r>
            <a:endParaRPr lang="ko-KR" altLang="en-US" sz="2200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  <a:p>
            <a:pPr marL="0" indent="0" rtl="0" algn="just" defTabSz="914400" eaLnBrk="1" latinLnBrk="0" hangingPunct="1">
              <a:buFontTx/>
              <a:buNone/>
            </a:pP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  완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료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버튼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을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누르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면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text-decoration 속성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을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이용하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여</a:t>
            </a:r>
            <a:endParaRPr lang="ko-KR" altLang="en-US" sz="2200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  <a:p>
            <a:pPr marL="0" indent="0" rtl="0" algn="just" defTabSz="914400" eaLnBrk="1" latinLnBrk="0" hangingPunct="1">
              <a:buFontTx/>
              <a:buNone/>
            </a:pP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  취소선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이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표시되도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록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만들었습니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다.</a:t>
            </a:r>
            <a:endParaRPr lang="ko-KR" altLang="en-US" sz="2200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  <a:p>
            <a:pPr marL="0" indent="0" rtl="0" algn="just" defTabSz="914400" eaLnBrk="1" latinLnBrk="0" hangingPunct="1">
              <a:buFontTx/>
              <a:buNone/>
            </a:pPr>
            <a:endParaRPr lang="ko-KR" altLang="en-US" sz="2200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  <a:p>
            <a:pPr marL="0" indent="0" rtl="0" algn="just" defTabSz="914400" eaLnBrk="1" latinLnBrk="0" hangingPunct="1">
              <a:buFontTx/>
              <a:buNone/>
            </a:pP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-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 수정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기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능</a:t>
            </a:r>
            <a:endParaRPr lang="ko-KR" altLang="en-US" sz="2200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  <a:p>
            <a:pPr marL="0" indent="0" rtl="0" algn="just" defTabSz="914400" eaLnBrk="1" latinLnBrk="0" hangingPunct="1">
              <a:buFontTx/>
              <a:buNone/>
            </a:pP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  수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정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버튼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을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누르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면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prompt창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이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나타나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고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입력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한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내용으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로</a:t>
            </a:r>
            <a:endParaRPr lang="ko-KR" altLang="en-US" sz="2200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  <a:p>
            <a:pPr marL="0" indent="0" rtl="0" algn="just" defTabSz="914400" eaLnBrk="1" latinLnBrk="0" hangingPunct="1">
              <a:buFontTx/>
              <a:buNone/>
            </a:pP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 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할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일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을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수정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할 수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있도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록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구현했습니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다.</a:t>
            </a:r>
            <a:endParaRPr lang="ko-KR" altLang="en-US" sz="2200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  <a:p>
            <a:pPr marL="0" indent="0" rtl="0" algn="just" defTabSz="914400" eaLnBrk="1" latinLnBrk="0" hangingPunct="1">
              <a:buFontTx/>
              <a:buNone/>
            </a:pPr>
            <a:endParaRPr lang="ko-KR" altLang="en-US" sz="2200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</p:txBody>
      </p:sp>
      <p:sp>
        <p:nvSpPr>
          <p:cNvPr id="13" name="Rect 0"/>
          <p:cNvSpPr txBox="1">
            <a:spLocks/>
          </p:cNvSpPr>
          <p:nvPr/>
        </p:nvSpPr>
        <p:spPr>
          <a:xfrm rot="0">
            <a:off x="1456055" y="2428240"/>
            <a:ext cx="5492750" cy="711835"/>
          </a:xfrm>
          <a:prstGeom prst="rect"/>
        </p:spPr>
        <p:txBody>
          <a:bodyPr wrap="square" lIns="0" tIns="0" rIns="0" bIns="0" rtlCol="1" vert="horz" anchor="t">
            <a:sp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4000" spc="-300" b="0">
                <a:solidFill>
                  <a:srgbClr val="2855DE"/>
                </a:solidFill>
                <a:latin typeface="Noto Sans Kr Semi-Bold" charset="0"/>
                <a:ea typeface="Noto Sans Kr Semi-Bold" charset="0"/>
                <a:sym typeface="맑은 고딕" charset="0"/>
              </a:rPr>
              <a:t>주요</a:t>
            </a:r>
            <a:r>
              <a:rPr lang="ko-KR" sz="4000" spc="-300" b="0">
                <a:solidFill>
                  <a:srgbClr val="2855DE"/>
                </a:solidFill>
                <a:latin typeface="Noto Sans Kr Semi-Bold" charset="0"/>
                <a:ea typeface="Noto Sans Kr Semi-Bold" charset="0"/>
                <a:sym typeface="맑은 고딕" charset="0"/>
              </a:rPr>
              <a:t> </a:t>
            </a:r>
            <a:r>
              <a:rPr sz="4000" spc="-300" b="0">
                <a:solidFill>
                  <a:srgbClr val="2855DE"/>
                </a:solidFill>
                <a:latin typeface="Noto Sans Kr Semi-Bold" charset="0"/>
                <a:ea typeface="Noto Sans Kr Semi-Bold" charset="0"/>
                <a:sym typeface="맑은 고딕" charset="0"/>
              </a:rPr>
              <a:t>기</a:t>
            </a:r>
            <a:r>
              <a:rPr lang="ko-KR" sz="4000" spc="-300" b="0">
                <a:solidFill>
                  <a:srgbClr val="2855DE"/>
                </a:solidFill>
                <a:latin typeface="Noto Sans Kr Semi-Bold" charset="0"/>
                <a:ea typeface="Noto Sans Kr Semi-Bold" charset="0"/>
                <a:sym typeface="맑은 고딕" charset="0"/>
              </a:rPr>
              <a:t>능</a:t>
            </a:r>
            <a:endParaRPr lang="ko-KR" altLang="en-US" sz="4000" b="0">
              <a:solidFill>
                <a:srgbClr val="2855DE"/>
              </a:solidFill>
              <a:latin typeface="Noto Sans Kr Semi-Bold" charset="0"/>
              <a:ea typeface="Noto Sans Kr Semi-Bold" charset="0"/>
              <a:sym typeface="맑은 고딕" charset="0"/>
            </a:endParaRPr>
          </a:p>
        </p:txBody>
      </p:sp>
      <p:sp>
        <p:nvSpPr>
          <p:cNvPr id="15" name="Rect 0"/>
          <p:cNvSpPr txBox="1">
            <a:spLocks/>
          </p:cNvSpPr>
          <p:nvPr/>
        </p:nvSpPr>
        <p:spPr>
          <a:xfrm rot="0">
            <a:off x="9144635" y="3582670"/>
            <a:ext cx="6906895" cy="2738755"/>
          </a:xfrm>
          <a:prstGeom prst="rect"/>
        </p:spPr>
        <p:txBody>
          <a:bodyPr wrap="square" lIns="0" tIns="0" rIns="0" bIns="0" rtlCol="1" vert="horz" anchor="t">
            <a:spAutoFit/>
          </a:bodyPr>
          <a:lstStyle/>
          <a:p>
            <a:pPr marL="0" indent="0" rtl="0" algn="just" defTabSz="914400" eaLnBrk="1" latinLnBrk="0" hangingPunct="1">
              <a:buFontTx/>
              <a:buNone/>
            </a:pP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-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삭제 기능</a:t>
            </a:r>
            <a:endParaRPr lang="ko-KR" altLang="en-US" sz="2200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  <a:p>
            <a:pPr marL="0" indent="0" rtl="0" algn="just" defTabSz="914400" eaLnBrk="1" latinLnBrk="0" hangingPunct="1">
              <a:buFontTx/>
              <a:buNone/>
            </a:pP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 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삭제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버튼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을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누르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면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선택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한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항목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이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배열에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서</a:t>
            </a:r>
            <a:endParaRPr lang="ko-KR" altLang="en-US" sz="2200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  <a:p>
            <a:pPr marL="0" indent="0" rtl="0" algn="just" defTabSz="914400" eaLnBrk="1" latinLnBrk="0" hangingPunct="1">
              <a:buFontTx/>
              <a:buNone/>
            </a:pP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  제거되도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록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구현했습니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다.</a:t>
            </a:r>
            <a:endParaRPr lang="ko-KR" altLang="en-US" sz="2200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  <a:p>
            <a:pPr marL="0" indent="0" rtl="0" algn="just" defTabSz="914400" eaLnBrk="1" latinLnBrk="0" hangingPunct="1">
              <a:buFontTx/>
              <a:buNone/>
            </a:pPr>
            <a:endParaRPr lang="ko-KR" altLang="en-US" sz="2200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  <a:p>
            <a:pPr marL="0" indent="0" rtl="0" algn="just" defTabSz="914400" eaLnBrk="1" latinLnBrk="0" hangingPunct="1">
              <a:buFontTx/>
              <a:buNone/>
            </a:pP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-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l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ocalStorage 저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장</a:t>
            </a:r>
            <a:endParaRPr lang="ko-KR" altLang="en-US" sz="2200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  <a:p>
            <a:pPr marL="0" indent="0" rtl="0" algn="just" defTabSz="914400" eaLnBrk="1" latinLnBrk="0" hangingPunct="1">
              <a:buFontTx/>
              <a:buNone/>
            </a:pP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   local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S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torage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를 사용하여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브라우저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를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새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로고침해도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데이터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가</a:t>
            </a:r>
            <a:endParaRPr lang="ko-KR" altLang="en-US" sz="2200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  <a:p>
            <a:pPr marL="0" indent="0" rtl="0" algn="just" defTabSz="914400" eaLnBrk="1" latinLnBrk="0" hangingPunct="1">
              <a:buFontTx/>
              <a:buNone/>
            </a:pP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   유지되도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록 구현했습니다.</a:t>
            </a:r>
            <a:endParaRPr lang="ko-KR" altLang="en-US" sz="2200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</p:txBody>
      </p:sp>
      <p:cxnSp>
        <p:nvCxnSpPr>
          <p:cNvPr id="19" name="Rect 0"/>
          <p:cNvCxnSpPr/>
          <p:nvPr/>
        </p:nvCxnSpPr>
        <p:spPr>
          <a:xfrm rot="0">
            <a:off x="1028700" y="1953895"/>
            <a:ext cx="16231235" cy="635"/>
          </a:xfrm>
          <a:prstGeom prst="line"/>
          <a:ln w="28575" cap="rnd" cmpd="sng">
            <a:solidFill>
              <a:srgbClr val="2855DE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>
          <a:xfrm rot="0">
            <a:off x="361950" y="296545"/>
            <a:ext cx="17564735" cy="9563735"/>
            <a:chOff x="361950" y="296545"/>
            <a:chExt cx="17564735" cy="9563735"/>
          </a:xfrm>
        </p:grpSpPr>
        <p:sp>
          <p:nvSpPr>
            <p:cNvPr id="3" name="Rect 0"/>
            <p:cNvSpPr>
              <a:spLocks/>
            </p:cNvSpPr>
            <p:nvPr/>
          </p:nvSpPr>
          <p:spPr>
            <a:xfrm rot="0">
              <a:off x="361950" y="296545"/>
              <a:ext cx="17564735" cy="9563735"/>
            </a:xfrm>
            <a:custGeom>
              <a:gdLst>
                <a:gd fmla="*/ 15427 w 4561452" name="TX0"/>
                <a:gd fmla="*/ 0 h 2483567" name="TY0"/>
                <a:gd fmla="*/ 4546023 w 4561452" name="TX1"/>
                <a:gd fmla="*/ 0 h 2483567" name="TY1"/>
                <a:gd fmla="*/ 4556932 w 4561452" name="TX2"/>
                <a:gd fmla="*/ 4519 h 2483567" name="TY2"/>
                <a:gd fmla="*/ 4561451 w 4561452" name="TX3"/>
                <a:gd fmla="*/ 15427 h 2483567" name="TY3"/>
                <a:gd fmla="*/ 4561451 w 4561452" name="TX4"/>
                <a:gd fmla="*/ 2468139 h 2483567" name="TY4"/>
                <a:gd fmla="*/ 4556932 w 4561452" name="TX5"/>
                <a:gd fmla="*/ 2479048 h 2483567" name="TY5"/>
                <a:gd fmla="*/ 4546023 w 4561452" name="TX6"/>
                <a:gd fmla="*/ 2483566 h 2483567" name="TY6"/>
                <a:gd fmla="*/ 15427 w 4561452" name="TX7"/>
                <a:gd fmla="*/ 2483566 h 2483567" name="TY7"/>
                <a:gd fmla="*/ 4519 w 4561452" name="TX8"/>
                <a:gd fmla="*/ 2479048 h 2483567" name="TY8"/>
                <a:gd fmla="*/ 0 w 4561452" name="TX9"/>
                <a:gd fmla="*/ 2468139 h 2483567" name="TY9"/>
                <a:gd fmla="*/ 0 w 4561452" name="TX10"/>
                <a:gd fmla="*/ 15427 h 2483567" name="TY10"/>
                <a:gd fmla="*/ 4519 w 4561452" name="TX11"/>
                <a:gd fmla="*/ 4519 h 2483567" name="TY11"/>
                <a:gd fmla="*/ 15427 w 4561452" name="TX12"/>
                <a:gd fmla="*/ 0 h 2483567" name="TY12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</a:cxnLst>
              <a:rect l="l" t="t" r="r" b="b"/>
              <a:pathLst>
                <a:path w="4561452" h="2483567">
                  <a:moveTo>
                    <a:pt x="15427" y="0"/>
                  </a:moveTo>
                  <a:lnTo>
                    <a:pt x="4546023" y="0"/>
                  </a:lnTo>
                  <a:cubicBezTo>
                    <a:pt x="4550115" y="0"/>
                    <a:pt x="4554039" y="1625"/>
                    <a:pt x="4556932" y="4519"/>
                  </a:cubicBezTo>
                  <a:cubicBezTo>
                    <a:pt x="4559825" y="7412"/>
                    <a:pt x="4561451" y="11336"/>
                    <a:pt x="4561451" y="15427"/>
                  </a:cubicBezTo>
                  <a:lnTo>
                    <a:pt x="4561451" y="2468139"/>
                  </a:lnTo>
                  <a:cubicBezTo>
                    <a:pt x="4561451" y="2472231"/>
                    <a:pt x="4559825" y="2476155"/>
                    <a:pt x="4556932" y="2479048"/>
                  </a:cubicBezTo>
                  <a:cubicBezTo>
                    <a:pt x="4554039" y="2481941"/>
                    <a:pt x="4550115" y="2483566"/>
                    <a:pt x="4546023" y="2483566"/>
                  </a:cubicBezTo>
                  <a:lnTo>
                    <a:pt x="15427" y="2483566"/>
                  </a:lnTo>
                  <a:cubicBezTo>
                    <a:pt x="11336" y="2483566"/>
                    <a:pt x="7412" y="2481941"/>
                    <a:pt x="4519" y="2479048"/>
                  </a:cubicBezTo>
                  <a:cubicBezTo>
                    <a:pt x="1625" y="2476155"/>
                    <a:pt x="0" y="2472231"/>
                    <a:pt x="0" y="2468139"/>
                  </a:cubicBezTo>
                  <a:lnTo>
                    <a:pt x="0" y="15427"/>
                  </a:lnTo>
                  <a:cubicBezTo>
                    <a:pt x="0" y="11336"/>
                    <a:pt x="1625" y="7412"/>
                    <a:pt x="4519" y="4519"/>
                  </a:cubicBezTo>
                  <a:cubicBezTo>
                    <a:pt x="7412" y="1625"/>
                    <a:pt x="11336" y="0"/>
                    <a:pt x="1542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/>
              <a:endParaRPr lang="ko-KR" altLang="en-US"/>
            </a:p>
          </p:txBody>
        </p:sp>
        <p:sp>
          <p:nvSpPr>
            <p:cNvPr id="4" name="Rect 0"/>
            <p:cNvSpPr txBox="1">
              <a:spLocks/>
            </p:cNvSpPr>
            <p:nvPr/>
          </p:nvSpPr>
          <p:spPr>
            <a:xfrm rot="0">
              <a:off x="361950" y="222885"/>
              <a:ext cx="17564735" cy="9637395"/>
            </a:xfrm>
            <a:prstGeom prst="rect"/>
          </p:spPr>
          <p:txBody>
            <a:bodyPr wrap="square" lIns="50800" tIns="50800" rIns="50800" bIns="50800" numCol="1" rtlCol="1" vert="horz" anchor="ctr">
              <a:noAutofit/>
            </a:bodyPr>
            <a:lstStyle/>
            <a:p>
              <a:pPr marL="0" indent="0" algn="ctr">
                <a:lnSpc>
                  <a:spcPts val="3380"/>
                </a:lnSpc>
                <a:buFontTx/>
                <a:buNone/>
              </a:pPr>
              <a:endParaRPr lang="ko-KR" altLang="en-US" sz="1800">
                <a:solidFill>
                  <a:schemeClr val="tx1"/>
                </a:solidFill>
                <a:latin typeface="Calibri" charset="0"/>
                <a:ea typeface="+mn-ea"/>
                <a:cs typeface="+mn-cs"/>
              </a:endParaRPr>
            </a:p>
          </p:txBody>
        </p:sp>
      </p:grpSp>
      <p:sp>
        <p:nvSpPr>
          <p:cNvPr id="5" name="Rect 0"/>
          <p:cNvSpPr txBox="1">
            <a:spLocks/>
          </p:cNvSpPr>
          <p:nvPr/>
        </p:nvSpPr>
        <p:spPr>
          <a:xfrm rot="0">
            <a:off x="4885055" y="751205"/>
            <a:ext cx="8518525" cy="818515"/>
          </a:xfrm>
          <a:prstGeom prst="rect"/>
        </p:spPr>
        <p:txBody>
          <a:bodyPr wrap="square" lIns="0" tIns="0" rIns="0" bIns="0" numCol="1" rtlCol="1" vert="horz" anchor="t">
            <a:spAutoFit/>
          </a:bodyPr>
          <a:lstStyle/>
          <a:p>
            <a:pPr marL="0" indent="0" algn="ctr">
              <a:lnSpc>
                <a:spcPts val="6440"/>
              </a:lnSpc>
              <a:spcBef>
                <a:spcPct val="0"/>
              </a:spcBef>
              <a:buFontTx/>
              <a:buNone/>
            </a:pPr>
            <a:r>
              <a:rPr lang="ko-KR" sz="4600" spc="-340" b="0" strike="noStrike">
                <a:solidFill>
                  <a:srgbClr val="000000"/>
                </a:solidFill>
                <a:latin typeface="Noto Sans Kr Semi-Bold" charset="0"/>
                <a:ea typeface="Noto Sans Kr Semi-Bold" charset="0"/>
                <a:cs typeface="Noto Sans Kr Semi-Bold" charset="0"/>
              </a:rPr>
              <a:t>코드 </a:t>
            </a:r>
            <a:r>
              <a:rPr lang="ko-KR" sz="4600" spc="-340" b="0" strike="noStrike">
                <a:solidFill>
                  <a:srgbClr val="000000"/>
                </a:solidFill>
                <a:latin typeface="Noto Sans Kr Semi-Bold" charset="0"/>
                <a:ea typeface="Noto Sans Kr Semi-Bold" charset="0"/>
                <a:cs typeface="Noto Sans Kr Semi-Bold" charset="0"/>
              </a:rPr>
              <a:t>설</a:t>
            </a:r>
            <a:r>
              <a:rPr lang="ko-KR" sz="4600" spc="-340" b="0" strike="noStrike">
                <a:solidFill>
                  <a:srgbClr val="000000"/>
                </a:solidFill>
                <a:latin typeface="Noto Sans Kr Semi-Bold" charset="0"/>
                <a:ea typeface="Noto Sans Kr Semi-Bold" charset="0"/>
                <a:cs typeface="Noto Sans Kr Semi-Bold" charset="0"/>
              </a:rPr>
              <a:t>명</a:t>
            </a:r>
            <a:endParaRPr lang="ko-KR" altLang="en-US" sz="4600" b="0" strike="noStrike">
              <a:solidFill>
                <a:srgbClr val="000000"/>
              </a:solidFill>
              <a:latin typeface="Noto Sans Kr Semi-Bold" charset="0"/>
              <a:ea typeface="Noto Sans Kr Semi-Bold" charset="0"/>
              <a:cs typeface="Noto Sans Kr Semi-Bold" charset="0"/>
            </a:endParaRPr>
          </a:p>
        </p:txBody>
      </p:sp>
      <p:cxnSp>
        <p:nvCxnSpPr>
          <p:cNvPr id="7" name="Rect 0"/>
          <p:cNvCxnSpPr/>
          <p:nvPr/>
        </p:nvCxnSpPr>
        <p:spPr>
          <a:xfrm rot="0">
            <a:off x="1028700" y="1953895"/>
            <a:ext cx="16231235" cy="635"/>
          </a:xfrm>
          <a:prstGeom prst="line"/>
          <a:ln w="28575" cap="rnd" cmpd="sng">
            <a:solidFill>
              <a:srgbClr val="2855DE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텍스트 상자 6"/>
          <p:cNvSpPr txBox="1">
            <a:spLocks/>
          </p:cNvSpPr>
          <p:nvPr/>
        </p:nvSpPr>
        <p:spPr>
          <a:xfrm rot="0">
            <a:off x="7005320" y="2742565"/>
            <a:ext cx="7597775" cy="782955"/>
          </a:xfrm>
          <a:prstGeom prst="rect"/>
        </p:spPr>
        <p:txBody>
          <a:bodyPr wrap="square" lIns="0" tIns="0" rIns="0" bIns="0" rtlCol="1" vert="horz" anchor="t">
            <a:spAutoFit/>
          </a:bodyPr>
          <a:lstStyle/>
          <a:p>
            <a:pPr marL="0" indent="0" rtl="0" algn="just" defTabSz="914400" eaLnBrk="1" latinLnBrk="0" hangingPunct="1">
              <a:buFontTx/>
              <a:buNone/>
            </a:pPr>
            <a:r>
              <a:rPr sz="2200">
                <a:latin typeface="나눔고딕" charset="0"/>
                <a:ea typeface="나눔고딕" charset="0"/>
              </a:rPr>
              <a:t>D</a:t>
            </a:r>
            <a:r>
              <a:rPr sz="2200">
                <a:latin typeface="나눔고딕" charset="0"/>
                <a:ea typeface="나눔고딕" charset="0"/>
              </a:rPr>
              <a:t>o</a:t>
            </a:r>
            <a:r>
              <a:rPr lang="ko-KR" sz="2200">
                <a:latin typeface="나눔고딕" charset="0"/>
                <a:ea typeface="나눔고딕" charset="0"/>
              </a:rPr>
              <a:t>c</a:t>
            </a:r>
            <a:r>
              <a:rPr lang="ko-KR" sz="2200">
                <a:latin typeface="나눔고딕" charset="0"/>
                <a:ea typeface="나눔고딕" charset="0"/>
              </a:rPr>
              <a:t>ument</a:t>
            </a:r>
            <a:r>
              <a:rPr lang="ko-KR" sz="2200">
                <a:latin typeface="나눔고딕" charset="0"/>
                <a:ea typeface="나눔고딕" charset="0"/>
              </a:rPr>
              <a:t>.</a:t>
            </a:r>
            <a:r>
              <a:rPr lang="ko-KR" sz="2200">
                <a:latin typeface="나눔고딕" charset="0"/>
                <a:ea typeface="나눔고딕" charset="0"/>
              </a:rPr>
              <a:t>querySel</a:t>
            </a:r>
            <a:r>
              <a:rPr lang="ko-KR" sz="2200">
                <a:latin typeface="나눔고딕" charset="0"/>
                <a:ea typeface="나눔고딕" charset="0"/>
              </a:rPr>
              <a:t>e</a:t>
            </a:r>
            <a:r>
              <a:rPr lang="ko-KR" sz="2200">
                <a:latin typeface="나눔고딕" charset="0"/>
                <a:ea typeface="나눔고딕" charset="0"/>
              </a:rPr>
              <a:t>ctor</a:t>
            </a:r>
            <a:r>
              <a:rPr lang="ko-KR" sz="2200">
                <a:latin typeface="나눔고딕" charset="0"/>
                <a:ea typeface="나눔고딕" charset="0"/>
              </a:rPr>
              <a:t>를 </a:t>
            </a:r>
            <a:r>
              <a:rPr lang="ko-KR" sz="2200">
                <a:latin typeface="나눔고딕" charset="0"/>
                <a:ea typeface="나눔고딕" charset="0"/>
              </a:rPr>
              <a:t>사용하</a:t>
            </a:r>
            <a:r>
              <a:rPr lang="ko-KR" sz="2200">
                <a:latin typeface="나눔고딕" charset="0"/>
                <a:ea typeface="나눔고딕" charset="0"/>
              </a:rPr>
              <a:t>여</a:t>
            </a:r>
            <a:endParaRPr lang="ko-KR" altLang="en-US" sz="2200">
              <a:latin typeface="나눔고딕" charset="0"/>
              <a:ea typeface="나눔고딕" charset="0"/>
            </a:endParaRPr>
          </a:p>
          <a:p>
            <a:pPr marL="0" indent="0" rtl="0" algn="just" defTabSz="914400" eaLnBrk="1" latinLnBrk="0" hangingPunct="1">
              <a:buFontTx/>
              <a:buNone/>
            </a:pPr>
            <a:r>
              <a:rPr lang="ko-KR" sz="2200">
                <a:latin typeface="나눔고딕" charset="0"/>
                <a:ea typeface="나눔고딕" charset="0"/>
              </a:rPr>
              <a:t>H</a:t>
            </a:r>
            <a:r>
              <a:rPr lang="ko-KR" sz="2200">
                <a:latin typeface="나눔고딕" charset="0"/>
                <a:ea typeface="나눔고딕" charset="0"/>
              </a:rPr>
              <a:t>TML 요소</a:t>
            </a:r>
            <a:r>
              <a:rPr lang="ko-KR" sz="2200">
                <a:latin typeface="나눔고딕" charset="0"/>
                <a:ea typeface="나눔고딕" charset="0"/>
              </a:rPr>
              <a:t>를 </a:t>
            </a:r>
            <a:r>
              <a:rPr lang="ko-KR" sz="2200">
                <a:latin typeface="나눔고딕" charset="0"/>
                <a:ea typeface="나눔고딕" charset="0"/>
              </a:rPr>
              <a:t>JavaScri</a:t>
            </a:r>
            <a:r>
              <a:rPr lang="ko-KR" sz="2200">
                <a:latin typeface="나눔고딕" charset="0"/>
                <a:ea typeface="나눔고딕" charset="0"/>
              </a:rPr>
              <a:t>p</a:t>
            </a:r>
            <a:r>
              <a:rPr lang="ko-KR" sz="2200">
                <a:latin typeface="나눔고딕" charset="0"/>
                <a:ea typeface="나눔고딕" charset="0"/>
              </a:rPr>
              <a:t>t에</a:t>
            </a:r>
            <a:r>
              <a:rPr lang="ko-KR" sz="2200">
                <a:latin typeface="나눔고딕" charset="0"/>
                <a:ea typeface="나눔고딕" charset="0"/>
              </a:rPr>
              <a:t>서 </a:t>
            </a:r>
            <a:r>
              <a:rPr lang="ko-KR" sz="2200">
                <a:latin typeface="나눔고딕" charset="0"/>
                <a:ea typeface="나눔고딕" charset="0"/>
              </a:rPr>
              <a:t>사용</a:t>
            </a:r>
            <a:r>
              <a:rPr lang="ko-KR" sz="2200">
                <a:latin typeface="나눔고딕" charset="0"/>
                <a:ea typeface="나눔고딕" charset="0"/>
              </a:rPr>
              <a:t>할 수 </a:t>
            </a:r>
            <a:r>
              <a:rPr lang="ko-KR" sz="2200">
                <a:latin typeface="나눔고딕" charset="0"/>
                <a:ea typeface="나눔고딕" charset="0"/>
              </a:rPr>
              <a:t>있도</a:t>
            </a:r>
            <a:r>
              <a:rPr lang="ko-KR" sz="2200">
                <a:latin typeface="나눔고딕" charset="0"/>
                <a:ea typeface="나눔고딕" charset="0"/>
              </a:rPr>
              <a:t>록 </a:t>
            </a:r>
            <a:r>
              <a:rPr lang="ko-KR" sz="2200">
                <a:latin typeface="나눔고딕" charset="0"/>
                <a:ea typeface="나눔고딕" charset="0"/>
              </a:rPr>
              <a:t>가져왔</a:t>
            </a:r>
            <a:r>
              <a:rPr lang="ko-KR" sz="2200">
                <a:latin typeface="나눔고딕" charset="0"/>
                <a:ea typeface="나눔고딕" charset="0"/>
              </a:rPr>
              <a:t>습니다.</a:t>
            </a:r>
            <a:endParaRPr lang="ko-KR" altLang="en-US" sz="2200">
              <a:solidFill>
                <a:srgbClr val="000000"/>
              </a:solidFill>
              <a:latin typeface="나눔고딕" charset="0"/>
              <a:ea typeface="나눔고딕" charset="0"/>
              <a:sym typeface="맑은 고딕" charset="0"/>
            </a:endParaRPr>
          </a:p>
        </p:txBody>
      </p:sp>
      <p:grpSp>
        <p:nvGrpSpPr>
          <p:cNvPr id="11" name="그룹 11"/>
          <p:cNvGrpSpPr>
            <a:grpSpLocks/>
          </p:cNvGrpSpPr>
          <p:nvPr/>
        </p:nvGrpSpPr>
        <p:grpSpPr>
          <a:xfrm rot="0">
            <a:off x="6259195" y="2893060"/>
            <a:ext cx="375920" cy="479425"/>
            <a:chOff x="6259195" y="2893060"/>
            <a:chExt cx="375920" cy="479425"/>
          </a:xfrm>
        </p:grpSpPr>
        <p:sp>
          <p:nvSpPr>
            <p:cNvPr id="12" name="도형 9"/>
            <p:cNvSpPr>
              <a:spLocks/>
            </p:cNvSpPr>
            <p:nvPr/>
          </p:nvSpPr>
          <p:spPr>
            <a:xfrm rot="5400000">
              <a:off x="6207125" y="2945130"/>
              <a:ext cx="479425" cy="375920"/>
            </a:xfrm>
            <a:custGeom>
              <a:gdLst>
                <a:gd fmla="*/ 471079 w 845468" name="TX0"/>
                <a:gd fmla="*/ 26204 h 663192" name="TY0"/>
                <a:gd fmla="*/ 837685 w 845468" name="TX1"/>
                <a:gd fmla="*/ 588978 h 663192" name="TY1"/>
                <a:gd fmla="*/ 839666 w 845468" name="TX2"/>
                <a:gd fmla="*/ 638060 h 663192" name="TY2"/>
                <a:gd fmla="*/ 797459 w 845468" name="TX3"/>
                <a:gd fmla="*/ 663191 h 663192" name="TY3"/>
                <a:gd fmla="*/ 48009 w 845468" name="TX4"/>
                <a:gd fmla="*/ 663191 h 663192" name="TY4"/>
                <a:gd fmla="*/ 5802 w 845468" name="TX5"/>
                <a:gd fmla="*/ 638060 h 663192" name="TY5"/>
                <a:gd fmla="*/ 7783 w 845468" name="TX6"/>
                <a:gd fmla="*/ 588978 h 663192" name="TY6"/>
                <a:gd fmla="*/ 374389 w 845468" name="TX7"/>
                <a:gd fmla="*/ 26204 h 663192" name="TY7"/>
                <a:gd fmla="*/ 422734 w 845468" name="TX8"/>
                <a:gd fmla="*/ 0 h 663192" name="TY8"/>
                <a:gd fmla="*/ 471079 w 845468" name="TX9"/>
                <a:gd fmla="*/ 26204 h 663192" name="TY9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</a:cxnLst>
              <a:rect l="l" t="t" r="r" b="b"/>
              <a:pathLst>
                <a:path w="845468" h="663192">
                  <a:moveTo>
                    <a:pt x="471079" y="26204"/>
                  </a:moveTo>
                  <a:lnTo>
                    <a:pt x="837685" y="588978"/>
                  </a:lnTo>
                  <a:cubicBezTo>
                    <a:pt x="847299" y="603736"/>
                    <a:pt x="848060" y="622575"/>
                    <a:pt x="839666" y="638060"/>
                  </a:cubicBezTo>
                  <a:cubicBezTo>
                    <a:pt x="831272" y="653545"/>
                    <a:pt x="815073" y="663191"/>
                    <a:pt x="797459" y="663191"/>
                  </a:cubicBezTo>
                  <a:lnTo>
                    <a:pt x="48009" y="663191"/>
                  </a:lnTo>
                  <a:cubicBezTo>
                    <a:pt x="30395" y="663191"/>
                    <a:pt x="14196" y="653545"/>
                    <a:pt x="5802" y="638060"/>
                  </a:cubicBezTo>
                  <a:cubicBezTo>
                    <a:pt x="-2592" y="622575"/>
                    <a:pt x="-1831" y="603736"/>
                    <a:pt x="7783" y="588978"/>
                  </a:cubicBezTo>
                  <a:lnTo>
                    <a:pt x="374389" y="26204"/>
                  </a:lnTo>
                  <a:cubicBezTo>
                    <a:pt x="385038" y="9858"/>
                    <a:pt x="403225" y="0"/>
                    <a:pt x="422734" y="0"/>
                  </a:cubicBezTo>
                  <a:cubicBezTo>
                    <a:pt x="442243" y="0"/>
                    <a:pt x="460430" y="9858"/>
                    <a:pt x="471079" y="26204"/>
                  </a:cubicBezTo>
                  <a:close/>
                </a:path>
              </a:pathLst>
            </a:custGeom>
            <a:solidFill>
              <a:srgbClr val="2855DE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  <p:sp>
          <p:nvSpPr>
            <p:cNvPr id="13" name="텍스트 상자 10"/>
            <p:cNvSpPr txBox="1">
              <a:spLocks/>
            </p:cNvSpPr>
            <p:nvPr/>
          </p:nvSpPr>
          <p:spPr>
            <a:xfrm rot="5400000">
              <a:off x="6210935" y="3028315"/>
              <a:ext cx="361315" cy="208915"/>
            </a:xfrm>
            <a:prstGeom prst="rect"/>
          </p:spPr>
          <p:txBody>
            <a:bodyPr wrap="square" lIns="50800" tIns="50800" rIns="50800" bIns="50800" rtlCol="1" vert="horz" anchor="ctr">
              <a:noAutofit/>
            </a:bodyPr>
            <a:lstStyle/>
            <a:p>
              <a:pPr marL="0" indent="0" rtl="0" algn="ctr" defTabSz="914400" eaLnBrk="1" latinLnBrk="0" hangingPunct="1">
                <a:buFontTx/>
                <a:buNone/>
              </a:pPr>
              <a:endParaRPr lang="ko-KR" altLang="en-US" sz="1800">
                <a:solidFill>
                  <a:schemeClr val="tx1"/>
                </a:solidFill>
                <a:latin typeface="Calibri" charset="0"/>
                <a:ea typeface="맑은 고딕" charset="0"/>
                <a:sym typeface="맑은 고딕" charset="0"/>
              </a:endParaRPr>
            </a:p>
          </p:txBody>
        </p:sp>
      </p:grpSp>
      <p:grpSp>
        <p:nvGrpSpPr>
          <p:cNvPr id="14" name="그룹 14"/>
          <p:cNvGrpSpPr>
            <a:grpSpLocks/>
          </p:cNvGrpSpPr>
          <p:nvPr/>
        </p:nvGrpSpPr>
        <p:grpSpPr>
          <a:xfrm rot="5400000">
            <a:off x="6208395" y="6172835"/>
            <a:ext cx="479425" cy="375920"/>
            <a:chOff x="6208395" y="6172835"/>
            <a:chExt cx="479425" cy="375920"/>
          </a:xfrm>
        </p:grpSpPr>
        <p:sp>
          <p:nvSpPr>
            <p:cNvPr id="15" name="도형 12"/>
            <p:cNvSpPr>
              <a:spLocks/>
            </p:cNvSpPr>
            <p:nvPr/>
          </p:nvSpPr>
          <p:spPr>
            <a:xfrm rot="21600000">
              <a:off x="6208395" y="6172835"/>
              <a:ext cx="479425" cy="375920"/>
            </a:xfrm>
            <a:custGeom>
              <a:gdLst>
                <a:gd fmla="*/ 471079 w 845468" name="TX0"/>
                <a:gd fmla="*/ 26204 h 663192" name="TY0"/>
                <a:gd fmla="*/ 837685 w 845468" name="TX1"/>
                <a:gd fmla="*/ 588978 h 663192" name="TY1"/>
                <a:gd fmla="*/ 839666 w 845468" name="TX2"/>
                <a:gd fmla="*/ 638060 h 663192" name="TY2"/>
                <a:gd fmla="*/ 797459 w 845468" name="TX3"/>
                <a:gd fmla="*/ 663191 h 663192" name="TY3"/>
                <a:gd fmla="*/ 48009 w 845468" name="TX4"/>
                <a:gd fmla="*/ 663191 h 663192" name="TY4"/>
                <a:gd fmla="*/ 5802 w 845468" name="TX5"/>
                <a:gd fmla="*/ 638060 h 663192" name="TY5"/>
                <a:gd fmla="*/ 7783 w 845468" name="TX6"/>
                <a:gd fmla="*/ 588978 h 663192" name="TY6"/>
                <a:gd fmla="*/ 374389 w 845468" name="TX7"/>
                <a:gd fmla="*/ 26204 h 663192" name="TY7"/>
                <a:gd fmla="*/ 422734 w 845468" name="TX8"/>
                <a:gd fmla="*/ 0 h 663192" name="TY8"/>
                <a:gd fmla="*/ 471079 w 845468" name="TX9"/>
                <a:gd fmla="*/ 26204 h 663192" name="TY9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</a:cxnLst>
              <a:rect l="l" t="t" r="r" b="b"/>
              <a:pathLst>
                <a:path w="845468" h="663192">
                  <a:moveTo>
                    <a:pt x="471079" y="26204"/>
                  </a:moveTo>
                  <a:lnTo>
                    <a:pt x="837685" y="588978"/>
                  </a:lnTo>
                  <a:cubicBezTo>
                    <a:pt x="847299" y="603736"/>
                    <a:pt x="848060" y="622575"/>
                    <a:pt x="839666" y="638060"/>
                  </a:cubicBezTo>
                  <a:cubicBezTo>
                    <a:pt x="831272" y="653545"/>
                    <a:pt x="815073" y="663191"/>
                    <a:pt x="797459" y="663191"/>
                  </a:cubicBezTo>
                  <a:lnTo>
                    <a:pt x="48009" y="663191"/>
                  </a:lnTo>
                  <a:cubicBezTo>
                    <a:pt x="30395" y="663191"/>
                    <a:pt x="14196" y="653545"/>
                    <a:pt x="5802" y="638060"/>
                  </a:cubicBezTo>
                  <a:cubicBezTo>
                    <a:pt x="-2592" y="622575"/>
                    <a:pt x="-1831" y="603736"/>
                    <a:pt x="7783" y="588978"/>
                  </a:cubicBezTo>
                  <a:lnTo>
                    <a:pt x="374389" y="26204"/>
                  </a:lnTo>
                  <a:cubicBezTo>
                    <a:pt x="385038" y="9858"/>
                    <a:pt x="403225" y="0"/>
                    <a:pt x="422734" y="0"/>
                  </a:cubicBezTo>
                  <a:cubicBezTo>
                    <a:pt x="442243" y="0"/>
                    <a:pt x="460430" y="9858"/>
                    <a:pt x="471079" y="26204"/>
                  </a:cubicBezTo>
                  <a:close/>
                </a:path>
              </a:pathLst>
            </a:custGeom>
            <a:solidFill>
              <a:srgbClr val="2855DE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  <p:sp>
          <p:nvSpPr>
            <p:cNvPr id="16" name="텍스트 상자 13"/>
            <p:cNvSpPr txBox="1">
              <a:spLocks/>
            </p:cNvSpPr>
            <p:nvPr/>
          </p:nvSpPr>
          <p:spPr>
            <a:xfrm rot="37800000">
              <a:off x="6322695" y="6256020"/>
              <a:ext cx="361315" cy="208915"/>
            </a:xfrm>
            <a:prstGeom prst="rect"/>
          </p:spPr>
          <p:txBody>
            <a:bodyPr wrap="square" lIns="50800" tIns="50800" rIns="50800" bIns="50800" rtlCol="1" vert="horz" anchor="ctr">
              <a:noAutofit/>
            </a:bodyPr>
            <a:lstStyle/>
            <a:p>
              <a:pPr marL="0" indent="0" rtl="0" algn="ctr" defTabSz="914400" eaLnBrk="1" latinLnBrk="0" hangingPunct="1">
                <a:buFontTx/>
                <a:buNone/>
              </a:pPr>
              <a:endParaRPr lang="ko-KR" altLang="en-US" sz="1800">
                <a:solidFill>
                  <a:schemeClr val="tx1"/>
                </a:solidFill>
                <a:latin typeface="Calibri" charset="0"/>
                <a:ea typeface="맑은 고딕" charset="0"/>
                <a:sym typeface="맑은 고딕" charset="0"/>
              </a:endParaRPr>
            </a:p>
          </p:txBody>
        </p:sp>
      </p:grpSp>
      <p:pic>
        <p:nvPicPr>
          <p:cNvPr id="17" name="그림 15" descr="C:/Users/Administrator/AppData/Roaming/PolarisOffice/ETemp/6372_18573408/fImage155383814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89940" y="4201795"/>
            <a:ext cx="5074920" cy="5074285"/>
          </a:xfrm>
          <a:prstGeom prst="rect"/>
          <a:noFill/>
        </p:spPr>
      </p:pic>
      <p:sp>
        <p:nvSpPr>
          <p:cNvPr id="18" name="텍스트 상자 16"/>
          <p:cNvSpPr txBox="1">
            <a:spLocks/>
          </p:cNvSpPr>
          <p:nvPr/>
        </p:nvSpPr>
        <p:spPr>
          <a:xfrm rot="0">
            <a:off x="7011670" y="5975985"/>
            <a:ext cx="5150485" cy="782955"/>
          </a:xfrm>
          <a:prstGeom prst="rect"/>
        </p:spPr>
        <p:txBody>
          <a:bodyPr wrap="square" lIns="0" tIns="0" rIns="0" bIns="0" rtlCol="1" vert="horz" anchor="t">
            <a:spAutoFit/>
          </a:bodyPr>
          <a:lstStyle/>
          <a:p>
            <a:pPr marL="0" indent="0" rtl="0" algn="just" defTabSz="914400" eaLnBrk="1" latinLnBrk="0" hangingPunct="1">
              <a:buFontTx/>
              <a:buNone/>
            </a:pPr>
            <a:r>
              <a:rPr lang="ko-KR" sz="2200">
                <a:latin typeface="나눔고딕" charset="0"/>
                <a:ea typeface="나눔고딕" charset="0"/>
              </a:rPr>
              <a:t>반복문을 사용하여 </a:t>
            </a:r>
            <a:r>
              <a:rPr lang="ko-KR" sz="2200">
                <a:latin typeface="나눔고딕" charset="0"/>
                <a:ea typeface="나눔고딕" charset="0"/>
              </a:rPr>
              <a:t>배열</a:t>
            </a:r>
            <a:r>
              <a:rPr lang="ko-KR" sz="2200">
                <a:latin typeface="나눔고딕" charset="0"/>
                <a:ea typeface="나눔고딕" charset="0"/>
              </a:rPr>
              <a:t>에 </a:t>
            </a:r>
            <a:r>
              <a:rPr lang="ko-KR" sz="2200">
                <a:latin typeface="나눔고딕" charset="0"/>
                <a:ea typeface="나눔고딕" charset="0"/>
              </a:rPr>
              <a:t>저장</a:t>
            </a:r>
            <a:r>
              <a:rPr lang="ko-KR" sz="2200">
                <a:latin typeface="나눔고딕" charset="0"/>
                <a:ea typeface="나눔고딕" charset="0"/>
              </a:rPr>
              <a:t>된 </a:t>
            </a:r>
            <a:r>
              <a:rPr lang="ko-KR" sz="2200">
                <a:latin typeface="나눔고딕" charset="0"/>
                <a:ea typeface="나눔고딕" charset="0"/>
              </a:rPr>
              <a:t>데이터</a:t>
            </a:r>
            <a:r>
              <a:rPr lang="ko-KR" sz="2200">
                <a:latin typeface="나눔고딕" charset="0"/>
                <a:ea typeface="나눔고딕" charset="0"/>
              </a:rPr>
              <a:t>를</a:t>
            </a:r>
            <a:r>
              <a:rPr lang="ko-KR" sz="2200">
                <a:latin typeface="나눔고딕" charset="0"/>
                <a:ea typeface="나눔고딕" charset="0"/>
              </a:rPr>
              <a:t/>
            </a:r>
            <a:br>
              <a:rPr lang="ko-KR" sz="2200">
                <a:latin typeface="나눔고딕" charset="0"/>
                <a:ea typeface="나눔고딕" charset="0"/>
              </a:rPr>
            </a:br>
            <a:r>
              <a:rPr lang="ko-KR" sz="2200">
                <a:latin typeface="나눔고딕" charset="0"/>
                <a:ea typeface="나눔고딕" charset="0"/>
              </a:rPr>
              <a:t>li</a:t>
            </a:r>
            <a:r>
              <a:rPr lang="ko-KR" sz="2200">
                <a:latin typeface="나눔고딕" charset="0"/>
                <a:ea typeface="나눔고딕" charset="0"/>
              </a:rPr>
              <a:t> </a:t>
            </a:r>
            <a:r>
              <a:rPr lang="ko-KR" sz="2200">
                <a:latin typeface="나눔고딕" charset="0"/>
                <a:ea typeface="나눔고딕" charset="0"/>
              </a:rPr>
              <a:t>태그</a:t>
            </a:r>
            <a:r>
              <a:rPr lang="ko-KR" sz="2200">
                <a:latin typeface="나눔고딕" charset="0"/>
                <a:ea typeface="나눔고딕" charset="0"/>
              </a:rPr>
              <a:t>로 </a:t>
            </a:r>
            <a:r>
              <a:rPr lang="ko-KR" sz="2200">
                <a:latin typeface="나눔고딕" charset="0"/>
                <a:ea typeface="나눔고딕" charset="0"/>
              </a:rPr>
              <a:t>생성하</a:t>
            </a:r>
            <a:r>
              <a:rPr lang="ko-KR" sz="2200">
                <a:latin typeface="나눔고딕" charset="0"/>
                <a:ea typeface="나눔고딕" charset="0"/>
              </a:rPr>
              <a:t>고 </a:t>
            </a:r>
            <a:r>
              <a:rPr lang="ko-KR" sz="2200">
                <a:latin typeface="나눔고딕" charset="0"/>
                <a:ea typeface="나눔고딕" charset="0"/>
              </a:rPr>
              <a:t>화면</a:t>
            </a:r>
            <a:r>
              <a:rPr lang="ko-KR" sz="2200">
                <a:latin typeface="나눔고딕" charset="0"/>
                <a:ea typeface="나눔고딕" charset="0"/>
              </a:rPr>
              <a:t>에 </a:t>
            </a:r>
            <a:r>
              <a:rPr lang="ko-KR" sz="2200">
                <a:latin typeface="나눔고딕" charset="0"/>
                <a:ea typeface="나눔고딕" charset="0"/>
              </a:rPr>
              <a:t>출력하였습니</a:t>
            </a:r>
            <a:r>
              <a:rPr lang="ko-KR" sz="2200">
                <a:latin typeface="나눔고딕" charset="0"/>
                <a:ea typeface="나눔고딕" charset="0"/>
              </a:rPr>
              <a:t>다.</a:t>
            </a:r>
            <a:endParaRPr lang="ko-KR" altLang="en-US" sz="2200">
              <a:solidFill>
                <a:srgbClr val="000000"/>
              </a:solidFill>
              <a:latin typeface="나눔고딕" charset="0"/>
              <a:ea typeface="나눔고딕" charset="0"/>
              <a:sym typeface="맑은 고딕" charset="0"/>
            </a:endParaRPr>
          </a:p>
        </p:txBody>
      </p:sp>
      <p:cxnSp>
        <p:nvCxnSpPr>
          <p:cNvPr id="19" name="도형 27"/>
          <p:cNvCxnSpPr/>
          <p:nvPr/>
        </p:nvCxnSpPr>
        <p:spPr>
          <a:xfrm rot="0" flipH="1">
            <a:off x="826135" y="3870325"/>
            <a:ext cx="16400780" cy="635"/>
          </a:xfrm>
          <a:prstGeom prst="line"/>
          <a:ln w="28575" cap="flat" cmpd="sng">
            <a:solidFill>
              <a:srgbClr val="B2B2B2">
                <a:alpha val="100000"/>
              </a:srgb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31" descr="C:/Users/Administrator/AppData/Roaming/PolarisOffice/ETemp/6372_18573408/fImage47414138467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10895" y="2743835"/>
            <a:ext cx="5001895" cy="83820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>
          <a:xfrm rot="0">
            <a:off x="361950" y="296545"/>
            <a:ext cx="17564735" cy="9563735"/>
            <a:chOff x="361950" y="296545"/>
            <a:chExt cx="17564735" cy="9563735"/>
          </a:xfrm>
        </p:grpSpPr>
        <p:sp>
          <p:nvSpPr>
            <p:cNvPr id="3" name="Rect 0"/>
            <p:cNvSpPr>
              <a:spLocks/>
            </p:cNvSpPr>
            <p:nvPr/>
          </p:nvSpPr>
          <p:spPr>
            <a:xfrm rot="0">
              <a:off x="361950" y="296545"/>
              <a:ext cx="17564735" cy="9563735"/>
            </a:xfrm>
            <a:custGeom>
              <a:gdLst>
                <a:gd fmla="*/ 15427 w 4561452" name="TX0"/>
                <a:gd fmla="*/ 0 h 2483567" name="TY0"/>
                <a:gd fmla="*/ 4546023 w 4561452" name="TX1"/>
                <a:gd fmla="*/ 0 h 2483567" name="TY1"/>
                <a:gd fmla="*/ 4556932 w 4561452" name="TX2"/>
                <a:gd fmla="*/ 4519 h 2483567" name="TY2"/>
                <a:gd fmla="*/ 4561451 w 4561452" name="TX3"/>
                <a:gd fmla="*/ 15427 h 2483567" name="TY3"/>
                <a:gd fmla="*/ 4561451 w 4561452" name="TX4"/>
                <a:gd fmla="*/ 2468139 h 2483567" name="TY4"/>
                <a:gd fmla="*/ 4556932 w 4561452" name="TX5"/>
                <a:gd fmla="*/ 2479048 h 2483567" name="TY5"/>
                <a:gd fmla="*/ 4546023 w 4561452" name="TX6"/>
                <a:gd fmla="*/ 2483566 h 2483567" name="TY6"/>
                <a:gd fmla="*/ 15427 w 4561452" name="TX7"/>
                <a:gd fmla="*/ 2483566 h 2483567" name="TY7"/>
                <a:gd fmla="*/ 4519 w 4561452" name="TX8"/>
                <a:gd fmla="*/ 2479048 h 2483567" name="TY8"/>
                <a:gd fmla="*/ 0 w 4561452" name="TX9"/>
                <a:gd fmla="*/ 2468139 h 2483567" name="TY9"/>
                <a:gd fmla="*/ 0 w 4561452" name="TX10"/>
                <a:gd fmla="*/ 15427 h 2483567" name="TY10"/>
                <a:gd fmla="*/ 4519 w 4561452" name="TX11"/>
                <a:gd fmla="*/ 4519 h 2483567" name="TY11"/>
                <a:gd fmla="*/ 15427 w 4561452" name="TX12"/>
                <a:gd fmla="*/ 0 h 2483567" name="TY12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</a:cxnLst>
              <a:rect l="l" t="t" r="r" b="b"/>
              <a:pathLst>
                <a:path w="4561452" h="2483567">
                  <a:moveTo>
                    <a:pt x="15427" y="0"/>
                  </a:moveTo>
                  <a:lnTo>
                    <a:pt x="4546023" y="0"/>
                  </a:lnTo>
                  <a:cubicBezTo>
                    <a:pt x="4550115" y="0"/>
                    <a:pt x="4554039" y="1625"/>
                    <a:pt x="4556932" y="4519"/>
                  </a:cubicBezTo>
                  <a:cubicBezTo>
                    <a:pt x="4559825" y="7412"/>
                    <a:pt x="4561451" y="11336"/>
                    <a:pt x="4561451" y="15427"/>
                  </a:cubicBezTo>
                  <a:lnTo>
                    <a:pt x="4561451" y="2468139"/>
                  </a:lnTo>
                  <a:cubicBezTo>
                    <a:pt x="4561451" y="2472231"/>
                    <a:pt x="4559825" y="2476155"/>
                    <a:pt x="4556932" y="2479048"/>
                  </a:cubicBezTo>
                  <a:cubicBezTo>
                    <a:pt x="4554039" y="2481941"/>
                    <a:pt x="4550115" y="2483566"/>
                    <a:pt x="4546023" y="2483566"/>
                  </a:cubicBezTo>
                  <a:lnTo>
                    <a:pt x="15427" y="2483566"/>
                  </a:lnTo>
                  <a:cubicBezTo>
                    <a:pt x="11336" y="2483566"/>
                    <a:pt x="7412" y="2481941"/>
                    <a:pt x="4519" y="2479048"/>
                  </a:cubicBezTo>
                  <a:cubicBezTo>
                    <a:pt x="1625" y="2476155"/>
                    <a:pt x="0" y="2472231"/>
                    <a:pt x="0" y="2468139"/>
                  </a:cubicBezTo>
                  <a:lnTo>
                    <a:pt x="0" y="15427"/>
                  </a:lnTo>
                  <a:cubicBezTo>
                    <a:pt x="0" y="11336"/>
                    <a:pt x="1625" y="7412"/>
                    <a:pt x="4519" y="4519"/>
                  </a:cubicBezTo>
                  <a:cubicBezTo>
                    <a:pt x="7412" y="1625"/>
                    <a:pt x="11336" y="0"/>
                    <a:pt x="1542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/>
              <a:endParaRPr lang="ko-KR" altLang="en-US"/>
            </a:p>
          </p:txBody>
        </p:sp>
        <p:sp>
          <p:nvSpPr>
            <p:cNvPr id="4" name="Rect 0"/>
            <p:cNvSpPr txBox="1">
              <a:spLocks/>
            </p:cNvSpPr>
            <p:nvPr/>
          </p:nvSpPr>
          <p:spPr>
            <a:xfrm rot="0">
              <a:off x="361950" y="222885"/>
              <a:ext cx="17564735" cy="9637395"/>
            </a:xfrm>
            <a:prstGeom prst="rect"/>
          </p:spPr>
          <p:txBody>
            <a:bodyPr wrap="square" lIns="50800" tIns="50800" rIns="50800" bIns="50800" numCol="1" rtlCol="1" vert="horz" anchor="ctr">
              <a:noAutofit/>
            </a:bodyPr>
            <a:lstStyle/>
            <a:p>
              <a:pPr marL="0" indent="0" algn="ctr">
                <a:lnSpc>
                  <a:spcPts val="3380"/>
                </a:lnSpc>
                <a:buFontTx/>
                <a:buNone/>
              </a:pPr>
              <a:endParaRPr lang="ko-KR" altLang="en-US" sz="1800">
                <a:solidFill>
                  <a:schemeClr val="tx1"/>
                </a:solidFill>
                <a:latin typeface="Calibri" charset="0"/>
                <a:ea typeface="+mn-ea"/>
                <a:cs typeface="+mn-cs"/>
              </a:endParaRPr>
            </a:p>
          </p:txBody>
        </p:sp>
      </p:grpSp>
      <p:sp>
        <p:nvSpPr>
          <p:cNvPr id="5" name="Rect 0"/>
          <p:cNvSpPr txBox="1">
            <a:spLocks/>
          </p:cNvSpPr>
          <p:nvPr/>
        </p:nvSpPr>
        <p:spPr>
          <a:xfrm rot="0">
            <a:off x="4885055" y="751205"/>
            <a:ext cx="8518525" cy="818515"/>
          </a:xfrm>
          <a:prstGeom prst="rect"/>
        </p:spPr>
        <p:txBody>
          <a:bodyPr wrap="square" lIns="0" tIns="0" rIns="0" bIns="0" numCol="1" rtlCol="1" vert="horz" anchor="t">
            <a:spAutoFit/>
          </a:bodyPr>
          <a:lstStyle/>
          <a:p>
            <a:pPr marL="0" indent="0" algn="ctr">
              <a:lnSpc>
                <a:spcPts val="6440"/>
              </a:lnSpc>
              <a:spcBef>
                <a:spcPct val="0"/>
              </a:spcBef>
              <a:buFontTx/>
              <a:buNone/>
            </a:pPr>
            <a:r>
              <a:rPr lang="ko-KR" sz="4600" spc="-340" b="0" strike="noStrike">
                <a:solidFill>
                  <a:srgbClr val="000000"/>
                </a:solidFill>
                <a:latin typeface="Noto Sans Kr Semi-Bold" charset="0"/>
                <a:ea typeface="Noto Sans Kr Semi-Bold" charset="0"/>
                <a:cs typeface="Noto Sans Kr Semi-Bold" charset="0"/>
              </a:rPr>
              <a:t>코드 </a:t>
            </a:r>
            <a:r>
              <a:rPr lang="ko-KR" sz="4600" spc="-340" b="0" strike="noStrike">
                <a:solidFill>
                  <a:srgbClr val="000000"/>
                </a:solidFill>
                <a:latin typeface="Noto Sans Kr Semi-Bold" charset="0"/>
                <a:ea typeface="Noto Sans Kr Semi-Bold" charset="0"/>
                <a:cs typeface="Noto Sans Kr Semi-Bold" charset="0"/>
              </a:rPr>
              <a:t>설</a:t>
            </a:r>
            <a:r>
              <a:rPr lang="ko-KR" sz="4600" spc="-340" b="0" strike="noStrike">
                <a:solidFill>
                  <a:srgbClr val="000000"/>
                </a:solidFill>
                <a:latin typeface="Noto Sans Kr Semi-Bold" charset="0"/>
                <a:ea typeface="Noto Sans Kr Semi-Bold" charset="0"/>
                <a:cs typeface="Noto Sans Kr Semi-Bold" charset="0"/>
              </a:rPr>
              <a:t>명</a:t>
            </a:r>
            <a:endParaRPr lang="ko-KR" altLang="en-US" sz="4600" b="0" strike="noStrike">
              <a:solidFill>
                <a:srgbClr val="000000"/>
              </a:solidFill>
              <a:latin typeface="Noto Sans Kr Semi-Bold" charset="0"/>
              <a:ea typeface="Noto Sans Kr Semi-Bold" charset="0"/>
              <a:cs typeface="Noto Sans Kr Semi-Bold" charset="0"/>
            </a:endParaRPr>
          </a:p>
        </p:txBody>
      </p:sp>
      <p:cxnSp>
        <p:nvCxnSpPr>
          <p:cNvPr id="7" name="Rect 0"/>
          <p:cNvCxnSpPr/>
          <p:nvPr/>
        </p:nvCxnSpPr>
        <p:spPr>
          <a:xfrm rot="0">
            <a:off x="1028700" y="1953895"/>
            <a:ext cx="16231235" cy="635"/>
          </a:xfrm>
          <a:prstGeom prst="line"/>
          <a:ln w="28575" cap="rnd" cmpd="sng">
            <a:solidFill>
              <a:srgbClr val="2855DE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 0"/>
          <p:cNvSpPr txBox="1">
            <a:spLocks/>
          </p:cNvSpPr>
          <p:nvPr/>
        </p:nvSpPr>
        <p:spPr>
          <a:xfrm rot="0">
            <a:off x="8395970" y="2414270"/>
            <a:ext cx="7781290" cy="782955"/>
          </a:xfrm>
          <a:prstGeom prst="rect"/>
        </p:spPr>
        <p:txBody>
          <a:bodyPr wrap="square" lIns="0" tIns="0" rIns="0" bIns="0" rtlCol="1" vert="horz" anchor="t">
            <a:spAutoFit/>
          </a:bodyPr>
          <a:lstStyle/>
          <a:p>
            <a:pPr marL="0" indent="0" rtl="0" algn="just" defTabSz="914400" eaLnBrk="1" latinLnBrk="0" hangingPunct="1">
              <a:buFontTx/>
              <a:buNone/>
            </a:pPr>
            <a:r>
              <a:rPr sz="2200">
                <a:latin typeface="나눔고딕" charset="0"/>
                <a:ea typeface="나눔고딕" charset="0"/>
              </a:rPr>
              <a:t>배</a:t>
            </a:r>
            <a:r>
              <a:rPr lang="ko-KR" sz="2200">
                <a:latin typeface="나눔고딕" charset="0"/>
                <a:ea typeface="나눔고딕" charset="0"/>
              </a:rPr>
              <a:t>열 </a:t>
            </a:r>
            <a:r>
              <a:rPr lang="ko-KR" sz="2200">
                <a:latin typeface="나눔고딕" charset="0"/>
                <a:ea typeface="나눔고딕" charset="0"/>
              </a:rPr>
              <a:t>데이터</a:t>
            </a:r>
            <a:r>
              <a:rPr lang="ko-KR" sz="2200">
                <a:latin typeface="나눔고딕" charset="0"/>
                <a:ea typeface="나눔고딕" charset="0"/>
              </a:rPr>
              <a:t>를 </a:t>
            </a:r>
            <a:r>
              <a:rPr lang="ko-KR" sz="2200">
                <a:latin typeface="나눔고딕" charset="0"/>
                <a:ea typeface="나눔고딕" charset="0"/>
              </a:rPr>
              <a:t>localStorage</a:t>
            </a:r>
            <a:r>
              <a:rPr lang="ko-KR" sz="2200">
                <a:latin typeface="나눔고딕" charset="0"/>
                <a:ea typeface="나눔고딕" charset="0"/>
              </a:rPr>
              <a:t>에 </a:t>
            </a:r>
            <a:r>
              <a:rPr lang="ko-KR" sz="2200">
                <a:latin typeface="나눔고딕" charset="0"/>
                <a:ea typeface="나눔고딕" charset="0"/>
              </a:rPr>
              <a:t>저장</a:t>
            </a:r>
            <a:r>
              <a:rPr lang="ko-KR" sz="2200">
                <a:latin typeface="나눔고딕" charset="0"/>
                <a:ea typeface="나눔고딕" charset="0"/>
              </a:rPr>
              <a:t>하여</a:t>
            </a:r>
            <a:endParaRPr lang="ko-KR" altLang="en-US" sz="2200">
              <a:latin typeface="나눔고딕" charset="0"/>
              <a:ea typeface="나눔고딕" charset="0"/>
            </a:endParaRPr>
          </a:p>
          <a:p>
            <a:pPr marL="0" indent="0" rtl="0" algn="just" defTabSz="914400" eaLnBrk="1" latinLnBrk="0" hangingPunct="1">
              <a:buFontTx/>
              <a:buNone/>
            </a:pPr>
            <a:r>
              <a:rPr lang="ko-KR" sz="2200">
                <a:latin typeface="나눔고딕" charset="0"/>
                <a:ea typeface="나눔고딕" charset="0"/>
              </a:rPr>
              <a:t>브라우저</a:t>
            </a:r>
            <a:r>
              <a:rPr lang="ko-KR" sz="2200">
                <a:latin typeface="나눔고딕" charset="0"/>
                <a:ea typeface="나눔고딕" charset="0"/>
              </a:rPr>
              <a:t>를 </a:t>
            </a:r>
            <a:r>
              <a:rPr lang="ko-KR" sz="2200">
                <a:latin typeface="나눔고딕" charset="0"/>
                <a:ea typeface="나눔고딕" charset="0"/>
              </a:rPr>
              <a:t>새로고침해</a:t>
            </a:r>
            <a:r>
              <a:rPr lang="ko-KR" sz="2200">
                <a:latin typeface="나눔고딕" charset="0"/>
                <a:ea typeface="나눔고딕" charset="0"/>
              </a:rPr>
              <a:t>도 </a:t>
            </a:r>
            <a:r>
              <a:rPr lang="ko-KR" sz="2200">
                <a:latin typeface="나눔고딕" charset="0"/>
                <a:ea typeface="나눔고딕" charset="0"/>
              </a:rPr>
              <a:t>데이터</a:t>
            </a:r>
            <a:r>
              <a:rPr lang="ko-KR" sz="2200">
                <a:latin typeface="나눔고딕" charset="0"/>
                <a:ea typeface="나눔고딕" charset="0"/>
              </a:rPr>
              <a:t>가 </a:t>
            </a:r>
            <a:r>
              <a:rPr lang="ko-KR" sz="2200">
                <a:latin typeface="나눔고딕" charset="0"/>
                <a:ea typeface="나눔고딕" charset="0"/>
              </a:rPr>
              <a:t>유지되도</a:t>
            </a:r>
            <a:r>
              <a:rPr lang="ko-KR" sz="2200">
                <a:latin typeface="나눔고딕" charset="0"/>
                <a:ea typeface="나눔고딕" charset="0"/>
              </a:rPr>
              <a:t>록 </a:t>
            </a:r>
            <a:r>
              <a:rPr lang="ko-KR" sz="2200">
                <a:latin typeface="나눔고딕" charset="0"/>
                <a:ea typeface="나눔고딕" charset="0"/>
              </a:rPr>
              <a:t>구현했습니</a:t>
            </a:r>
            <a:r>
              <a:rPr lang="ko-KR" sz="2200">
                <a:latin typeface="나눔고딕" charset="0"/>
                <a:ea typeface="나눔고딕" charset="0"/>
              </a:rPr>
              <a:t>다.</a:t>
            </a:r>
            <a:endParaRPr lang="ko-KR" altLang="en-US" sz="2200">
              <a:solidFill>
                <a:srgbClr val="000000"/>
              </a:solidFill>
              <a:latin typeface="나눔고딕" charset="0"/>
              <a:ea typeface="나눔고딕" charset="0"/>
              <a:sym typeface="맑은 고딕" charset="0"/>
            </a:endParaRPr>
          </a:p>
        </p:txBody>
      </p:sp>
      <p:grpSp>
        <p:nvGrpSpPr>
          <p:cNvPr id="11" name="Group 5"/>
          <p:cNvGrpSpPr>
            <a:grpSpLocks/>
          </p:cNvGrpSpPr>
          <p:nvPr/>
        </p:nvGrpSpPr>
        <p:grpSpPr>
          <a:xfrm rot="0">
            <a:off x="6958965" y="2602865"/>
            <a:ext cx="525145" cy="403225"/>
            <a:chOff x="6958965" y="2602865"/>
            <a:chExt cx="525145" cy="403225"/>
          </a:xfrm>
        </p:grpSpPr>
        <p:sp>
          <p:nvSpPr>
            <p:cNvPr id="12" name="Rect 0"/>
            <p:cNvSpPr>
              <a:spLocks/>
            </p:cNvSpPr>
            <p:nvPr/>
          </p:nvSpPr>
          <p:spPr>
            <a:xfrm rot="5400000">
              <a:off x="6968490" y="2616835"/>
              <a:ext cx="479425" cy="375920"/>
            </a:xfrm>
            <a:custGeom>
              <a:gdLst>
                <a:gd fmla="*/ 471079 w 845468" name="TX0"/>
                <a:gd fmla="*/ 26204 h 663192" name="TY0"/>
                <a:gd fmla="*/ 837685 w 845468" name="TX1"/>
                <a:gd fmla="*/ 588978 h 663192" name="TY1"/>
                <a:gd fmla="*/ 839666 w 845468" name="TX2"/>
                <a:gd fmla="*/ 638060 h 663192" name="TY2"/>
                <a:gd fmla="*/ 797459 w 845468" name="TX3"/>
                <a:gd fmla="*/ 663191 h 663192" name="TY3"/>
                <a:gd fmla="*/ 48009 w 845468" name="TX4"/>
                <a:gd fmla="*/ 663191 h 663192" name="TY4"/>
                <a:gd fmla="*/ 5802 w 845468" name="TX5"/>
                <a:gd fmla="*/ 638060 h 663192" name="TY5"/>
                <a:gd fmla="*/ 7783 w 845468" name="TX6"/>
                <a:gd fmla="*/ 588978 h 663192" name="TY6"/>
                <a:gd fmla="*/ 374389 w 845468" name="TX7"/>
                <a:gd fmla="*/ 26204 h 663192" name="TY7"/>
                <a:gd fmla="*/ 422734 w 845468" name="TX8"/>
                <a:gd fmla="*/ 0 h 663192" name="TY8"/>
                <a:gd fmla="*/ 471079 w 845468" name="TX9"/>
                <a:gd fmla="*/ 26204 h 663192" name="TY9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</a:cxnLst>
              <a:rect l="l" t="t" r="r" b="b"/>
              <a:pathLst>
                <a:path w="845468" h="663192">
                  <a:moveTo>
                    <a:pt x="471079" y="26204"/>
                  </a:moveTo>
                  <a:lnTo>
                    <a:pt x="837685" y="588978"/>
                  </a:lnTo>
                  <a:cubicBezTo>
                    <a:pt x="847299" y="603736"/>
                    <a:pt x="848060" y="622575"/>
                    <a:pt x="839666" y="638060"/>
                  </a:cubicBezTo>
                  <a:cubicBezTo>
                    <a:pt x="831272" y="653545"/>
                    <a:pt x="815073" y="663191"/>
                    <a:pt x="797459" y="663191"/>
                  </a:cubicBezTo>
                  <a:lnTo>
                    <a:pt x="48009" y="663191"/>
                  </a:lnTo>
                  <a:cubicBezTo>
                    <a:pt x="30395" y="663191"/>
                    <a:pt x="14196" y="653545"/>
                    <a:pt x="5802" y="638060"/>
                  </a:cubicBezTo>
                  <a:cubicBezTo>
                    <a:pt x="-2592" y="622575"/>
                    <a:pt x="-1831" y="603736"/>
                    <a:pt x="7783" y="588978"/>
                  </a:cubicBezTo>
                  <a:lnTo>
                    <a:pt x="374389" y="26204"/>
                  </a:lnTo>
                  <a:cubicBezTo>
                    <a:pt x="385038" y="9858"/>
                    <a:pt x="403225" y="0"/>
                    <a:pt x="422734" y="0"/>
                  </a:cubicBezTo>
                  <a:cubicBezTo>
                    <a:pt x="442243" y="0"/>
                    <a:pt x="460430" y="9858"/>
                    <a:pt x="471079" y="26204"/>
                  </a:cubicBezTo>
                  <a:close/>
                </a:path>
              </a:pathLst>
            </a:custGeom>
            <a:solidFill>
              <a:srgbClr val="2855DE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  <p:sp>
          <p:nvSpPr>
            <p:cNvPr id="13" name="Rect 0"/>
            <p:cNvSpPr txBox="1">
              <a:spLocks/>
            </p:cNvSpPr>
            <p:nvPr/>
          </p:nvSpPr>
          <p:spPr>
            <a:xfrm rot="5400000">
              <a:off x="6972300" y="2700020"/>
              <a:ext cx="361315" cy="208915"/>
            </a:xfrm>
            <a:prstGeom prst="rect"/>
          </p:spPr>
          <p:txBody>
            <a:bodyPr wrap="square" lIns="50800" tIns="50800" rIns="50800" bIns="50800" rtlCol="1" vert="horz" anchor="ctr">
              <a:noAutofit/>
            </a:bodyPr>
            <a:lstStyle/>
            <a:p>
              <a:pPr marL="0" indent="0" rtl="0" algn="ctr" defTabSz="914400" eaLnBrk="1" latinLnBrk="0" hangingPunct="1">
                <a:buFontTx/>
                <a:buNone/>
              </a:pPr>
              <a:endParaRPr lang="ko-KR" altLang="en-US" sz="1800">
                <a:solidFill>
                  <a:schemeClr val="tx1"/>
                </a:solidFill>
                <a:latin typeface="Calibri" charset="0"/>
                <a:ea typeface="맑은 고딕" charset="0"/>
                <a:sym typeface="맑은 고딕" charset="0"/>
              </a:endParaRPr>
            </a:p>
          </p:txBody>
        </p:sp>
      </p:grpSp>
      <p:grpSp>
        <p:nvGrpSpPr>
          <p:cNvPr id="14" name="Group 5"/>
          <p:cNvGrpSpPr>
            <a:grpSpLocks/>
          </p:cNvGrpSpPr>
          <p:nvPr/>
        </p:nvGrpSpPr>
        <p:grpSpPr>
          <a:xfrm rot="0">
            <a:off x="7021195" y="7275195"/>
            <a:ext cx="375920" cy="479425"/>
            <a:chOff x="7021195" y="7275195"/>
            <a:chExt cx="375920" cy="479425"/>
          </a:xfrm>
        </p:grpSpPr>
        <p:sp>
          <p:nvSpPr>
            <p:cNvPr id="15" name="Rect 0"/>
            <p:cNvSpPr>
              <a:spLocks/>
            </p:cNvSpPr>
            <p:nvPr/>
          </p:nvSpPr>
          <p:spPr>
            <a:xfrm rot="5400000">
              <a:off x="6969125" y="7327265"/>
              <a:ext cx="479425" cy="375920"/>
            </a:xfrm>
            <a:custGeom>
              <a:gdLst>
                <a:gd fmla="*/ 471079 w 845468" name="TX0"/>
                <a:gd fmla="*/ 26204 h 663192" name="TY0"/>
                <a:gd fmla="*/ 837685 w 845468" name="TX1"/>
                <a:gd fmla="*/ 588978 h 663192" name="TY1"/>
                <a:gd fmla="*/ 839666 w 845468" name="TX2"/>
                <a:gd fmla="*/ 638060 h 663192" name="TY2"/>
                <a:gd fmla="*/ 797459 w 845468" name="TX3"/>
                <a:gd fmla="*/ 663191 h 663192" name="TY3"/>
                <a:gd fmla="*/ 48009 w 845468" name="TX4"/>
                <a:gd fmla="*/ 663191 h 663192" name="TY4"/>
                <a:gd fmla="*/ 5802 w 845468" name="TX5"/>
                <a:gd fmla="*/ 638060 h 663192" name="TY5"/>
                <a:gd fmla="*/ 7783 w 845468" name="TX6"/>
                <a:gd fmla="*/ 588978 h 663192" name="TY6"/>
                <a:gd fmla="*/ 374389 w 845468" name="TX7"/>
                <a:gd fmla="*/ 26204 h 663192" name="TY7"/>
                <a:gd fmla="*/ 422734 w 845468" name="TX8"/>
                <a:gd fmla="*/ 0 h 663192" name="TY8"/>
                <a:gd fmla="*/ 471079 w 845468" name="TX9"/>
                <a:gd fmla="*/ 26204 h 663192" name="TY9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</a:cxnLst>
              <a:rect l="l" t="t" r="r" b="b"/>
              <a:pathLst>
                <a:path w="845468" h="663192">
                  <a:moveTo>
                    <a:pt x="471079" y="26204"/>
                  </a:moveTo>
                  <a:lnTo>
                    <a:pt x="837685" y="588978"/>
                  </a:lnTo>
                  <a:cubicBezTo>
                    <a:pt x="847299" y="603736"/>
                    <a:pt x="848060" y="622575"/>
                    <a:pt x="839666" y="638060"/>
                  </a:cubicBezTo>
                  <a:cubicBezTo>
                    <a:pt x="831272" y="653545"/>
                    <a:pt x="815073" y="663191"/>
                    <a:pt x="797459" y="663191"/>
                  </a:cubicBezTo>
                  <a:lnTo>
                    <a:pt x="48009" y="663191"/>
                  </a:lnTo>
                  <a:cubicBezTo>
                    <a:pt x="30395" y="663191"/>
                    <a:pt x="14196" y="653545"/>
                    <a:pt x="5802" y="638060"/>
                  </a:cubicBezTo>
                  <a:cubicBezTo>
                    <a:pt x="-2592" y="622575"/>
                    <a:pt x="-1831" y="603736"/>
                    <a:pt x="7783" y="588978"/>
                  </a:cubicBezTo>
                  <a:lnTo>
                    <a:pt x="374389" y="26204"/>
                  </a:lnTo>
                  <a:cubicBezTo>
                    <a:pt x="385038" y="9858"/>
                    <a:pt x="403225" y="0"/>
                    <a:pt x="422734" y="0"/>
                  </a:cubicBezTo>
                  <a:cubicBezTo>
                    <a:pt x="442243" y="0"/>
                    <a:pt x="460430" y="9858"/>
                    <a:pt x="471079" y="26204"/>
                  </a:cubicBezTo>
                  <a:close/>
                </a:path>
              </a:pathLst>
            </a:custGeom>
            <a:solidFill>
              <a:srgbClr val="2855DE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  <p:sp>
          <p:nvSpPr>
            <p:cNvPr id="16" name="Rect 0"/>
            <p:cNvSpPr txBox="1">
              <a:spLocks/>
            </p:cNvSpPr>
            <p:nvPr/>
          </p:nvSpPr>
          <p:spPr>
            <a:xfrm rot="5400000">
              <a:off x="6972935" y="7410450"/>
              <a:ext cx="361315" cy="208915"/>
            </a:xfrm>
            <a:prstGeom prst="rect"/>
          </p:spPr>
          <p:txBody>
            <a:bodyPr wrap="square" lIns="50800" tIns="50800" rIns="50800" bIns="50800" rtlCol="1" vert="horz" anchor="ctr">
              <a:noAutofit/>
            </a:bodyPr>
            <a:lstStyle/>
            <a:p>
              <a:pPr marL="0" indent="0" rtl="0" algn="ctr" defTabSz="914400" eaLnBrk="1" latinLnBrk="0" hangingPunct="1">
                <a:buFontTx/>
                <a:buNone/>
              </a:pPr>
              <a:endParaRPr lang="ko-KR" altLang="en-US" sz="1800">
                <a:solidFill>
                  <a:schemeClr val="tx1"/>
                </a:solidFill>
                <a:latin typeface="Calibri" charset="0"/>
                <a:ea typeface="맑은 고딕" charset="0"/>
                <a:sym typeface="맑은 고딕" charset="0"/>
              </a:endParaRPr>
            </a:p>
          </p:txBody>
        </p:sp>
      </p:grpSp>
      <p:sp>
        <p:nvSpPr>
          <p:cNvPr id="18" name="Rect 0"/>
          <p:cNvSpPr txBox="1">
            <a:spLocks/>
          </p:cNvSpPr>
          <p:nvPr/>
        </p:nvSpPr>
        <p:spPr>
          <a:xfrm rot="0">
            <a:off x="8402320" y="4218305"/>
            <a:ext cx="7381240" cy="782955"/>
          </a:xfrm>
          <a:prstGeom prst="rect"/>
        </p:spPr>
        <p:txBody>
          <a:bodyPr wrap="square" lIns="0" tIns="0" rIns="0" bIns="0" rtlCol="1" vert="horz" anchor="t">
            <a:spAutoFit/>
          </a:bodyPr>
          <a:lstStyle/>
          <a:p>
            <a:pPr marL="0" indent="0" rtl="0" algn="just" defTabSz="914400" eaLnBrk="1" latinLnBrk="0" hangingPunct="1">
              <a:buFontTx/>
              <a:buNone/>
            </a:pPr>
            <a:r>
              <a:rPr lang="ko-KR" sz="2200">
                <a:latin typeface="나눔고딕" charset="0"/>
                <a:ea typeface="나눔고딕" charset="0"/>
              </a:rPr>
              <a:t>완료 </a:t>
            </a:r>
            <a:r>
              <a:rPr lang="ko-KR" sz="2200">
                <a:latin typeface="나눔고딕" charset="0"/>
                <a:ea typeface="나눔고딕" charset="0"/>
              </a:rPr>
              <a:t>버튼</a:t>
            </a:r>
            <a:r>
              <a:rPr lang="ko-KR" sz="2200">
                <a:latin typeface="나눔고딕" charset="0"/>
                <a:ea typeface="나눔고딕" charset="0"/>
              </a:rPr>
              <a:t>을 </a:t>
            </a:r>
            <a:r>
              <a:rPr lang="ko-KR" sz="2200">
                <a:latin typeface="나눔고딕" charset="0"/>
                <a:ea typeface="나눔고딕" charset="0"/>
              </a:rPr>
              <a:t>누르</a:t>
            </a:r>
            <a:r>
              <a:rPr lang="ko-KR" sz="2200">
                <a:latin typeface="나눔고딕" charset="0"/>
                <a:ea typeface="나눔고딕" charset="0"/>
              </a:rPr>
              <a:t>면 </a:t>
            </a:r>
            <a:r>
              <a:rPr lang="ko-KR" sz="2200">
                <a:latin typeface="나눔고딕" charset="0"/>
                <a:ea typeface="나눔고딕" charset="0"/>
              </a:rPr>
              <a:t>check 값</a:t>
            </a:r>
            <a:r>
              <a:rPr lang="ko-KR" sz="2200">
                <a:latin typeface="나눔고딕" charset="0"/>
                <a:ea typeface="나눔고딕" charset="0"/>
              </a:rPr>
              <a:t>이 </a:t>
            </a:r>
            <a:r>
              <a:rPr lang="ko-KR" sz="2200">
                <a:latin typeface="나눔고딕" charset="0"/>
                <a:ea typeface="나눔고딕" charset="0"/>
              </a:rPr>
              <a:t>true </a:t>
            </a:r>
            <a:r>
              <a:rPr lang="ko-KR" sz="2200">
                <a:latin typeface="나눔고딕" charset="0"/>
                <a:ea typeface="나눔고딕" charset="0"/>
              </a:rPr>
              <a:t>또는 </a:t>
            </a:r>
            <a:r>
              <a:rPr lang="ko-KR" sz="2200">
                <a:latin typeface="나눔고딕" charset="0"/>
                <a:ea typeface="나눔고딕" charset="0"/>
              </a:rPr>
              <a:t>false</a:t>
            </a:r>
            <a:r>
              <a:rPr lang="ko-KR" sz="2200">
                <a:latin typeface="나눔고딕" charset="0"/>
                <a:ea typeface="나눔고딕" charset="0"/>
              </a:rPr>
              <a:t>로 </a:t>
            </a:r>
            <a:r>
              <a:rPr lang="ko-KR" sz="2200">
                <a:latin typeface="나눔고딕" charset="0"/>
                <a:ea typeface="나눔고딕" charset="0"/>
              </a:rPr>
              <a:t>변경되</a:t>
            </a:r>
            <a:r>
              <a:rPr lang="ko-KR" sz="2200">
                <a:latin typeface="나눔고딕" charset="0"/>
                <a:ea typeface="나눔고딕" charset="0"/>
              </a:rPr>
              <a:t>고,</a:t>
            </a:r>
            <a:r>
              <a:rPr lang="ko-KR" sz="2200">
                <a:latin typeface="나눔고딕" charset="0"/>
                <a:ea typeface="나눔고딕" charset="0"/>
              </a:rPr>
              <a:t> CSS</a:t>
            </a:r>
            <a:r>
              <a:rPr lang="ko-KR" sz="2200">
                <a:latin typeface="나눔고딕" charset="0"/>
                <a:ea typeface="나눔고딕" charset="0"/>
              </a:rPr>
              <a:t> c</a:t>
            </a:r>
            <a:r>
              <a:rPr lang="ko-KR" sz="2200">
                <a:latin typeface="나눔고딕" charset="0"/>
                <a:ea typeface="나눔고딕" charset="0"/>
              </a:rPr>
              <a:t>lass</a:t>
            </a:r>
            <a:r>
              <a:rPr lang="ko-KR" sz="2200">
                <a:latin typeface="나눔고딕" charset="0"/>
                <a:ea typeface="나눔고딕" charset="0"/>
              </a:rPr>
              <a:t>를 </a:t>
            </a:r>
            <a:r>
              <a:rPr lang="ko-KR" sz="2200">
                <a:latin typeface="나눔고딕" charset="0"/>
                <a:ea typeface="나눔고딕" charset="0"/>
              </a:rPr>
              <a:t>이용하</a:t>
            </a:r>
            <a:r>
              <a:rPr lang="ko-KR" sz="2200">
                <a:latin typeface="나눔고딕" charset="0"/>
                <a:ea typeface="나눔고딕" charset="0"/>
              </a:rPr>
              <a:t>여 </a:t>
            </a:r>
            <a:r>
              <a:rPr lang="ko-KR" sz="2200">
                <a:latin typeface="나눔고딕" charset="0"/>
                <a:ea typeface="나눔고딕" charset="0"/>
              </a:rPr>
              <a:t>취소선</a:t>
            </a:r>
            <a:r>
              <a:rPr lang="ko-KR" sz="2200">
                <a:latin typeface="나눔고딕" charset="0"/>
                <a:ea typeface="나눔고딕" charset="0"/>
              </a:rPr>
              <a:t>이 </a:t>
            </a:r>
            <a:r>
              <a:rPr lang="ko-KR" sz="2200">
                <a:latin typeface="나눔고딕" charset="0"/>
                <a:ea typeface="나눔고딕" charset="0"/>
              </a:rPr>
              <a:t>표시되도</a:t>
            </a:r>
            <a:r>
              <a:rPr lang="ko-KR" sz="2200">
                <a:latin typeface="나눔고딕" charset="0"/>
                <a:ea typeface="나눔고딕" charset="0"/>
              </a:rPr>
              <a:t>록 </a:t>
            </a:r>
            <a:r>
              <a:rPr lang="ko-KR" sz="2200">
                <a:latin typeface="나눔고딕" charset="0"/>
                <a:ea typeface="나눔고딕" charset="0"/>
              </a:rPr>
              <a:t>구현했습니</a:t>
            </a:r>
            <a:r>
              <a:rPr lang="ko-KR" sz="2200">
                <a:latin typeface="나눔고딕" charset="0"/>
                <a:ea typeface="나눔고딕" charset="0"/>
              </a:rPr>
              <a:t>다.</a:t>
            </a:r>
            <a:endParaRPr lang="ko-KR" altLang="en-US" sz="2200">
              <a:solidFill>
                <a:srgbClr val="000000"/>
              </a:solidFill>
              <a:latin typeface="나눔고딕" charset="0"/>
              <a:ea typeface="나눔고딕" charset="0"/>
              <a:sym typeface="맑은 고딕" charset="0"/>
            </a:endParaRPr>
          </a:p>
        </p:txBody>
      </p:sp>
      <p:pic>
        <p:nvPicPr>
          <p:cNvPr id="19" name="그림 20" descr="C:/Users/Administrator/AppData/Roaming/PolarisOffice/ETemp/6372_18573408/fImage2163402633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95045" y="2675890"/>
            <a:ext cx="5210810" cy="329565"/>
          </a:xfrm>
          <a:prstGeom prst="rect"/>
          <a:noFill/>
        </p:spPr>
      </p:pic>
      <p:pic>
        <p:nvPicPr>
          <p:cNvPr id="20" name="그림 21" descr="C:/Users/Administrator/AppData/Roaming/PolarisOffice/ETemp/6372_18573408/fImage31274036500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679575" y="3815715"/>
            <a:ext cx="4027805" cy="1800225"/>
          </a:xfrm>
          <a:prstGeom prst="rect"/>
          <a:noFill/>
        </p:spPr>
      </p:pic>
      <p:grpSp>
        <p:nvGrpSpPr>
          <p:cNvPr id="21" name="그룹 25"/>
          <p:cNvGrpSpPr>
            <a:grpSpLocks/>
          </p:cNvGrpSpPr>
          <p:nvPr/>
        </p:nvGrpSpPr>
        <p:grpSpPr>
          <a:xfrm rot="0">
            <a:off x="6951980" y="4432935"/>
            <a:ext cx="525145" cy="403225"/>
            <a:chOff x="6951980" y="4432935"/>
            <a:chExt cx="525145" cy="403225"/>
          </a:xfrm>
        </p:grpSpPr>
        <p:sp>
          <p:nvSpPr>
            <p:cNvPr id="22" name="도형 23"/>
            <p:cNvSpPr>
              <a:spLocks/>
            </p:cNvSpPr>
            <p:nvPr/>
          </p:nvSpPr>
          <p:spPr>
            <a:xfrm rot="5400000">
              <a:off x="6961505" y="4446905"/>
              <a:ext cx="479425" cy="375920"/>
            </a:xfrm>
            <a:custGeom>
              <a:gdLst>
                <a:gd fmla="*/ 471079 w 845468" name="TX0"/>
                <a:gd fmla="*/ 26204 h 663192" name="TY0"/>
                <a:gd fmla="*/ 837685 w 845468" name="TX1"/>
                <a:gd fmla="*/ 588978 h 663192" name="TY1"/>
                <a:gd fmla="*/ 839666 w 845468" name="TX2"/>
                <a:gd fmla="*/ 638060 h 663192" name="TY2"/>
                <a:gd fmla="*/ 797459 w 845468" name="TX3"/>
                <a:gd fmla="*/ 663191 h 663192" name="TY3"/>
                <a:gd fmla="*/ 48009 w 845468" name="TX4"/>
                <a:gd fmla="*/ 663191 h 663192" name="TY4"/>
                <a:gd fmla="*/ 5802 w 845468" name="TX5"/>
                <a:gd fmla="*/ 638060 h 663192" name="TY5"/>
                <a:gd fmla="*/ 7783 w 845468" name="TX6"/>
                <a:gd fmla="*/ 588978 h 663192" name="TY6"/>
                <a:gd fmla="*/ 374389 w 845468" name="TX7"/>
                <a:gd fmla="*/ 26204 h 663192" name="TY7"/>
                <a:gd fmla="*/ 422734 w 845468" name="TX8"/>
                <a:gd fmla="*/ 0 h 663192" name="TY8"/>
                <a:gd fmla="*/ 471079 w 845468" name="TX9"/>
                <a:gd fmla="*/ 26204 h 663192" name="TY9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</a:cxnLst>
              <a:rect l="l" t="t" r="r" b="b"/>
              <a:pathLst>
                <a:path w="845468" h="663192">
                  <a:moveTo>
                    <a:pt x="471079" y="26204"/>
                  </a:moveTo>
                  <a:lnTo>
                    <a:pt x="837685" y="588978"/>
                  </a:lnTo>
                  <a:cubicBezTo>
                    <a:pt x="847299" y="603736"/>
                    <a:pt x="848060" y="622575"/>
                    <a:pt x="839666" y="638060"/>
                  </a:cubicBezTo>
                  <a:cubicBezTo>
                    <a:pt x="831272" y="653545"/>
                    <a:pt x="815073" y="663191"/>
                    <a:pt x="797459" y="663191"/>
                  </a:cubicBezTo>
                  <a:lnTo>
                    <a:pt x="48009" y="663191"/>
                  </a:lnTo>
                  <a:cubicBezTo>
                    <a:pt x="30395" y="663191"/>
                    <a:pt x="14196" y="653545"/>
                    <a:pt x="5802" y="638060"/>
                  </a:cubicBezTo>
                  <a:cubicBezTo>
                    <a:pt x="-2592" y="622575"/>
                    <a:pt x="-1831" y="603736"/>
                    <a:pt x="7783" y="588978"/>
                  </a:cubicBezTo>
                  <a:lnTo>
                    <a:pt x="374389" y="26204"/>
                  </a:lnTo>
                  <a:cubicBezTo>
                    <a:pt x="385038" y="9858"/>
                    <a:pt x="403225" y="0"/>
                    <a:pt x="422734" y="0"/>
                  </a:cubicBezTo>
                  <a:cubicBezTo>
                    <a:pt x="442243" y="0"/>
                    <a:pt x="460430" y="9858"/>
                    <a:pt x="471079" y="26204"/>
                  </a:cubicBezTo>
                  <a:close/>
                </a:path>
              </a:pathLst>
            </a:custGeom>
            <a:solidFill>
              <a:srgbClr val="2855DE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  <p:sp>
          <p:nvSpPr>
            <p:cNvPr id="23" name="텍스트 상자 24"/>
            <p:cNvSpPr txBox="1">
              <a:spLocks/>
            </p:cNvSpPr>
            <p:nvPr/>
          </p:nvSpPr>
          <p:spPr>
            <a:xfrm rot="5400000">
              <a:off x="6965315" y="4530090"/>
              <a:ext cx="361315" cy="208915"/>
            </a:xfrm>
            <a:prstGeom prst="rect"/>
          </p:spPr>
          <p:txBody>
            <a:bodyPr wrap="square" lIns="50800" tIns="50800" rIns="50800" bIns="50800" rtlCol="1" vert="horz" anchor="ctr">
              <a:noAutofit/>
            </a:bodyPr>
            <a:lstStyle/>
            <a:p>
              <a:pPr marL="0" indent="0" rtl="0" algn="ctr" defTabSz="914400" eaLnBrk="1" latinLnBrk="0" hangingPunct="1">
                <a:buFontTx/>
                <a:buNone/>
              </a:pPr>
              <a:endParaRPr lang="ko-KR" altLang="en-US" sz="1800">
                <a:solidFill>
                  <a:schemeClr val="tx1"/>
                </a:solidFill>
                <a:latin typeface="Calibri" charset="0"/>
                <a:ea typeface="맑은 고딕" charset="0"/>
                <a:sym typeface="맑은 고딕" charset="0"/>
              </a:endParaRPr>
            </a:p>
          </p:txBody>
        </p:sp>
      </p:grpSp>
      <p:cxnSp>
        <p:nvCxnSpPr>
          <p:cNvPr id="24" name="도형 26"/>
          <p:cNvCxnSpPr/>
          <p:nvPr/>
        </p:nvCxnSpPr>
        <p:spPr>
          <a:xfrm rot="0" flipH="1">
            <a:off x="957580" y="3450590"/>
            <a:ext cx="16242665" cy="635"/>
          </a:xfrm>
          <a:prstGeom prst="line"/>
          <a:ln w="28575" cap="flat" cmpd="sng">
            <a:solidFill>
              <a:srgbClr val="B2B2B2">
                <a:alpha val="100000"/>
              </a:srgb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그림 28" descr="C:/Users/Administrator/AppData/Roaming/PolarisOffice/ETemp/6372_18573408/fImage85084109169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162175" y="5956300"/>
            <a:ext cx="2719070" cy="4185920"/>
          </a:xfrm>
          <a:prstGeom prst="rect"/>
          <a:noFill/>
        </p:spPr>
      </p:pic>
      <p:cxnSp>
        <p:nvCxnSpPr>
          <p:cNvPr id="26" name="도형 29"/>
          <p:cNvCxnSpPr/>
          <p:nvPr/>
        </p:nvCxnSpPr>
        <p:spPr>
          <a:xfrm rot="0" flipH="1">
            <a:off x="950595" y="5805170"/>
            <a:ext cx="16242665" cy="635"/>
          </a:xfrm>
          <a:prstGeom prst="line"/>
          <a:ln w="28575" cap="flat" cmpd="sng">
            <a:solidFill>
              <a:srgbClr val="B2B2B2">
                <a:alpha val="100000"/>
              </a:srgb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텍스트 상자 30"/>
          <p:cNvSpPr txBox="1">
            <a:spLocks/>
          </p:cNvSpPr>
          <p:nvPr/>
        </p:nvSpPr>
        <p:spPr>
          <a:xfrm rot="0">
            <a:off x="8396605" y="6940550"/>
            <a:ext cx="6906895" cy="1174115"/>
          </a:xfrm>
          <a:prstGeom prst="rect"/>
        </p:spPr>
        <p:txBody>
          <a:bodyPr wrap="square" lIns="0" tIns="0" rIns="0" bIns="0" rtlCol="1" vert="horz" anchor="t">
            <a:spAutoFit/>
          </a:bodyPr>
          <a:lstStyle/>
          <a:p>
            <a:pPr marL="0" indent="0" rtl="0" algn="just" defTabSz="914400" eaLnBrk="1" latinLnBrk="0" hangingPunct="1">
              <a:buFontTx/>
              <a:buNone/>
            </a:pPr>
            <a:r>
              <a:rPr sz="2200">
                <a:latin typeface="나눔고딕" charset="0"/>
                <a:ea typeface="나눔고딕" charset="0"/>
              </a:rPr>
              <a:t>입력창의 값을 가져와 객체 형태로 배열에 저장하였습니다.</a:t>
            </a:r>
            <a:r>
              <a:rPr sz="2200">
                <a:latin typeface="나눔고딕" charset="0"/>
                <a:ea typeface="나눔고딕" charset="0"/>
              </a:rPr>
              <a:t/>
            </a:r>
            <a:br>
              <a:rPr sz="2200">
                <a:latin typeface="나눔고딕" charset="0"/>
                <a:ea typeface="나눔고딕" charset="0"/>
              </a:rPr>
            </a:br>
            <a:r>
              <a:rPr sz="2200">
                <a:latin typeface="나눔고딕" charset="0"/>
                <a:ea typeface="나눔고딕" charset="0"/>
              </a:rPr>
              <a:t>showList 함수를 호출하여</a:t>
            </a:r>
            <a:r>
              <a:rPr sz="2200">
                <a:latin typeface="나눔고딕" charset="0"/>
                <a:ea typeface="나눔고딕" charset="0"/>
              </a:rPr>
              <a:t/>
            </a:r>
            <a:br>
              <a:rPr sz="2200">
                <a:latin typeface="나눔고딕" charset="0"/>
                <a:ea typeface="나눔고딕" charset="0"/>
              </a:rPr>
            </a:br>
            <a:r>
              <a:rPr sz="2200">
                <a:latin typeface="나눔고딕" charset="0"/>
                <a:ea typeface="나눔고딕" charset="0"/>
              </a:rPr>
              <a:t>화면에 다시 출력되도록 구현했습니다.</a:t>
            </a:r>
            <a:endParaRPr lang="ko-KR" altLang="en-US" sz="2200">
              <a:solidFill>
                <a:srgbClr val="000000"/>
              </a:solidFill>
              <a:latin typeface="나눔고딕" charset="0"/>
              <a:ea typeface="나눔고딕" charset="0"/>
              <a:sym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>
          <a:xfrm rot="0">
            <a:off x="361950" y="361950"/>
            <a:ext cx="17564735" cy="9563735"/>
            <a:chOff x="361950" y="361950"/>
            <a:chExt cx="17564735" cy="9563735"/>
          </a:xfrm>
        </p:grpSpPr>
        <p:sp>
          <p:nvSpPr>
            <p:cNvPr id="3" name="Rect 0"/>
            <p:cNvSpPr>
              <a:spLocks/>
            </p:cNvSpPr>
            <p:nvPr/>
          </p:nvSpPr>
          <p:spPr>
            <a:xfrm rot="0">
              <a:off x="361950" y="361950"/>
              <a:ext cx="17564735" cy="9563735"/>
            </a:xfrm>
            <a:custGeom>
              <a:gdLst>
                <a:gd fmla="*/ 15427 w 4561452" name="TX0"/>
                <a:gd fmla="*/ 0 h 2483567" name="TY0"/>
                <a:gd fmla="*/ 4546023 w 4561452" name="TX1"/>
                <a:gd fmla="*/ 0 h 2483567" name="TY1"/>
                <a:gd fmla="*/ 4556932 w 4561452" name="TX2"/>
                <a:gd fmla="*/ 4519 h 2483567" name="TY2"/>
                <a:gd fmla="*/ 4561451 w 4561452" name="TX3"/>
                <a:gd fmla="*/ 15427 h 2483567" name="TY3"/>
                <a:gd fmla="*/ 4561451 w 4561452" name="TX4"/>
                <a:gd fmla="*/ 2468139 h 2483567" name="TY4"/>
                <a:gd fmla="*/ 4556932 w 4561452" name="TX5"/>
                <a:gd fmla="*/ 2479048 h 2483567" name="TY5"/>
                <a:gd fmla="*/ 4546023 w 4561452" name="TX6"/>
                <a:gd fmla="*/ 2483566 h 2483567" name="TY6"/>
                <a:gd fmla="*/ 15427 w 4561452" name="TX7"/>
                <a:gd fmla="*/ 2483566 h 2483567" name="TY7"/>
                <a:gd fmla="*/ 4519 w 4561452" name="TX8"/>
                <a:gd fmla="*/ 2479048 h 2483567" name="TY8"/>
                <a:gd fmla="*/ 0 w 4561452" name="TX9"/>
                <a:gd fmla="*/ 2468139 h 2483567" name="TY9"/>
                <a:gd fmla="*/ 0 w 4561452" name="TX10"/>
                <a:gd fmla="*/ 15427 h 2483567" name="TY10"/>
                <a:gd fmla="*/ 4519 w 4561452" name="TX11"/>
                <a:gd fmla="*/ 4519 h 2483567" name="TY11"/>
                <a:gd fmla="*/ 15427 w 4561452" name="TX12"/>
                <a:gd fmla="*/ 0 h 2483567" name="TY12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</a:cxnLst>
              <a:rect l="l" t="t" r="r" b="b"/>
              <a:pathLst>
                <a:path w="4561452" h="2483567">
                  <a:moveTo>
                    <a:pt x="15427" y="0"/>
                  </a:moveTo>
                  <a:lnTo>
                    <a:pt x="4546023" y="0"/>
                  </a:lnTo>
                  <a:cubicBezTo>
                    <a:pt x="4550115" y="0"/>
                    <a:pt x="4554039" y="1625"/>
                    <a:pt x="4556932" y="4519"/>
                  </a:cubicBezTo>
                  <a:cubicBezTo>
                    <a:pt x="4559825" y="7412"/>
                    <a:pt x="4561451" y="11336"/>
                    <a:pt x="4561451" y="15427"/>
                  </a:cubicBezTo>
                  <a:lnTo>
                    <a:pt x="4561451" y="2468139"/>
                  </a:lnTo>
                  <a:cubicBezTo>
                    <a:pt x="4561451" y="2472231"/>
                    <a:pt x="4559825" y="2476155"/>
                    <a:pt x="4556932" y="2479048"/>
                  </a:cubicBezTo>
                  <a:cubicBezTo>
                    <a:pt x="4554039" y="2481941"/>
                    <a:pt x="4550115" y="2483566"/>
                    <a:pt x="4546023" y="2483566"/>
                  </a:cubicBezTo>
                  <a:lnTo>
                    <a:pt x="15427" y="2483566"/>
                  </a:lnTo>
                  <a:cubicBezTo>
                    <a:pt x="11336" y="2483566"/>
                    <a:pt x="7412" y="2481941"/>
                    <a:pt x="4519" y="2479048"/>
                  </a:cubicBezTo>
                  <a:cubicBezTo>
                    <a:pt x="1625" y="2476155"/>
                    <a:pt x="0" y="2472231"/>
                    <a:pt x="0" y="2468139"/>
                  </a:cubicBezTo>
                  <a:lnTo>
                    <a:pt x="0" y="15427"/>
                  </a:lnTo>
                  <a:cubicBezTo>
                    <a:pt x="0" y="11336"/>
                    <a:pt x="1625" y="7412"/>
                    <a:pt x="4519" y="4519"/>
                  </a:cubicBezTo>
                  <a:cubicBezTo>
                    <a:pt x="7412" y="1625"/>
                    <a:pt x="11336" y="0"/>
                    <a:pt x="1542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  <p:sp>
          <p:nvSpPr>
            <p:cNvPr id="4" name="Rect 0"/>
            <p:cNvSpPr txBox="1">
              <a:spLocks/>
            </p:cNvSpPr>
            <p:nvPr/>
          </p:nvSpPr>
          <p:spPr>
            <a:xfrm rot="0">
              <a:off x="361950" y="288290"/>
              <a:ext cx="17564735" cy="9637395"/>
            </a:xfrm>
            <a:prstGeom prst="rect"/>
          </p:spPr>
          <p:txBody>
            <a:bodyPr wrap="square" lIns="50800" tIns="50800" rIns="50800" bIns="50800" rtlCol="1" vert="horz" anchor="ctr">
              <a:noAutofit/>
            </a:bodyPr>
            <a:lstStyle/>
            <a:p>
              <a:pPr marL="0" indent="0" rtl="0" algn="ctr" defTabSz="914400" eaLnBrk="1" latinLnBrk="0" hangingPunct="1">
                <a:buFontTx/>
                <a:buNone/>
              </a:pPr>
              <a:endParaRPr lang="ko-KR" altLang="en-US" sz="1800">
                <a:solidFill>
                  <a:schemeClr val="tx1"/>
                </a:solidFill>
                <a:latin typeface="Calibri" charset="0"/>
                <a:ea typeface="맑은 고딕" charset="0"/>
                <a:sym typeface="맑은 고딕" charset="0"/>
              </a:endParaRPr>
            </a:p>
          </p:txBody>
        </p:sp>
      </p:grpSp>
      <p:sp>
        <p:nvSpPr>
          <p:cNvPr id="5" name="Rect 0"/>
          <p:cNvSpPr txBox="1">
            <a:spLocks/>
          </p:cNvSpPr>
          <p:nvPr/>
        </p:nvSpPr>
        <p:spPr>
          <a:xfrm rot="0">
            <a:off x="4885055" y="751205"/>
            <a:ext cx="8518525" cy="818515"/>
          </a:xfrm>
          <a:prstGeom prst="rect"/>
        </p:spPr>
        <p:txBody>
          <a:bodyPr wrap="square" lIns="0" tIns="0" rIns="0" bIns="0" rtlCol="1" vert="horz" anchor="t">
            <a:sp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4600" spc="-340" b="0" strike="noStrike">
                <a:solidFill>
                  <a:srgbClr val="000000"/>
                </a:solidFill>
                <a:latin typeface="Noto Sans Kr Semi-Bold" charset="0"/>
                <a:ea typeface="Noto Sans Kr Semi-Bold" charset="0"/>
                <a:sym typeface="맑은 고딕" charset="0"/>
              </a:rPr>
              <a:t>실행</a:t>
            </a:r>
            <a:r>
              <a:rPr lang="ko-KR" sz="4600" spc="-340" b="0" strike="noStrike">
                <a:solidFill>
                  <a:srgbClr val="000000"/>
                </a:solidFill>
                <a:latin typeface="Noto Sans Kr Semi-Bold" charset="0"/>
                <a:ea typeface="Noto Sans Kr Semi-Bold" charset="0"/>
                <a:sym typeface="맑은 고딕" charset="0"/>
              </a:rPr>
              <a:t> </a:t>
            </a:r>
            <a:r>
              <a:rPr lang="ko-KR" sz="4600" spc="-340" b="0" strike="noStrike">
                <a:solidFill>
                  <a:srgbClr val="000000"/>
                </a:solidFill>
                <a:latin typeface="Noto Sans Kr Semi-Bold" charset="0"/>
                <a:ea typeface="Noto Sans Kr Semi-Bold" charset="0"/>
                <a:sym typeface="맑은 고딕" charset="0"/>
              </a:rPr>
              <a:t>화</a:t>
            </a:r>
            <a:r>
              <a:rPr lang="ko-KR" sz="4600" spc="-340" b="0" strike="noStrike">
                <a:solidFill>
                  <a:srgbClr val="000000"/>
                </a:solidFill>
                <a:latin typeface="Noto Sans Kr Semi-Bold" charset="0"/>
                <a:ea typeface="Noto Sans Kr Semi-Bold" charset="0"/>
                <a:sym typeface="맑은 고딕" charset="0"/>
              </a:rPr>
              <a:t>면</a:t>
            </a:r>
            <a:endParaRPr lang="ko-KR" altLang="en-US" sz="4600" b="0" strike="noStrike">
              <a:solidFill>
                <a:srgbClr val="000000"/>
              </a:solidFill>
              <a:latin typeface="Noto Sans Kr Semi-Bold" charset="0"/>
              <a:ea typeface="Noto Sans Kr Semi-Bold" charset="0"/>
              <a:sym typeface="맑은 고딕" charset="0"/>
            </a:endParaRPr>
          </a:p>
        </p:txBody>
      </p:sp>
      <p:cxnSp>
        <p:nvCxnSpPr>
          <p:cNvPr id="7" name="Rect 0"/>
          <p:cNvCxnSpPr/>
          <p:nvPr/>
        </p:nvCxnSpPr>
        <p:spPr>
          <a:xfrm rot="0">
            <a:off x="1028700" y="1953895"/>
            <a:ext cx="16231235" cy="635"/>
          </a:xfrm>
          <a:prstGeom prst="line"/>
          <a:ln w="28575" cap="rnd" cmpd="sng">
            <a:solidFill>
              <a:srgbClr val="2855DE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34" descr="C:/Users/Administrator/AppData/Roaming/PolarisOffice/ETemp/6372_18573408/fImage3246487572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192145" y="3392170"/>
            <a:ext cx="4163060" cy="1667510"/>
          </a:xfrm>
          <a:prstGeom prst="rect"/>
          <a:noFill/>
        </p:spPr>
      </p:pic>
      <p:pic>
        <p:nvPicPr>
          <p:cNvPr id="9" name="그림 35" descr="C:/Users/Administrator/AppData/Roaming/PolarisOffice/ETemp/6372_18573408/fImage53414881478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0037445" y="3241040"/>
            <a:ext cx="4144010" cy="2334260"/>
          </a:xfrm>
          <a:prstGeom prst="rect"/>
          <a:noFill/>
        </p:spPr>
      </p:pic>
      <p:pic>
        <p:nvPicPr>
          <p:cNvPr id="10" name="그림 36" descr="C:/Users/Administrator/AppData/Roaming/PolarisOffice/ETemp/6372_18573408/fImage62224899358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0033000" y="6963410"/>
            <a:ext cx="4334510" cy="2239010"/>
          </a:xfrm>
          <a:prstGeom prst="rect"/>
          <a:noFill/>
        </p:spPr>
      </p:pic>
      <p:sp>
        <p:nvSpPr>
          <p:cNvPr id="11" name="텍스트 상자 38"/>
          <p:cNvSpPr txBox="1">
            <a:spLocks/>
          </p:cNvSpPr>
          <p:nvPr/>
        </p:nvSpPr>
        <p:spPr>
          <a:xfrm rot="0">
            <a:off x="4880610" y="2323465"/>
            <a:ext cx="932180" cy="711835"/>
          </a:xfrm>
          <a:prstGeom prst="rect"/>
        </p:spPr>
        <p:txBody>
          <a:bodyPr wrap="square" lIns="0" tIns="0" rIns="0" bIns="0" numCol="1" rtlCol="1" vert="horz" anchor="t">
            <a:spAutoFit/>
          </a:bodyPr>
          <a:lstStyle/>
          <a:p>
            <a:pPr marL="0" indent="0" algn="l">
              <a:lnSpc>
                <a:spcPts val="5600"/>
              </a:lnSpc>
              <a:buFontTx/>
              <a:buNone/>
            </a:pPr>
            <a:r>
              <a:rPr lang="ko-KR" sz="4000" spc="-300" b="0">
                <a:solidFill>
                  <a:srgbClr val="2855DE"/>
                </a:solidFill>
                <a:latin typeface="Noto Sans Kr Semi-Bold" charset="0"/>
                <a:ea typeface="Noto Sans Kr Semi-Bold" charset="0"/>
                <a:cs typeface="Noto Sans Kr Semi-Bold" charset="0"/>
              </a:rPr>
              <a:t>초기 </a:t>
            </a:r>
            <a:endParaRPr lang="ko-KR" altLang="en-US" sz="4000" b="0">
              <a:solidFill>
                <a:srgbClr val="2855DE"/>
              </a:solidFill>
              <a:latin typeface="Noto Sans Kr Semi-Bold" charset="0"/>
              <a:ea typeface="Noto Sans Kr Semi-Bold" charset="0"/>
              <a:cs typeface="Noto Sans Kr Semi-Bold" charset="0"/>
            </a:endParaRPr>
          </a:p>
        </p:txBody>
      </p:sp>
      <p:sp>
        <p:nvSpPr>
          <p:cNvPr id="12" name="텍스트 상자 39"/>
          <p:cNvSpPr txBox="1">
            <a:spLocks/>
          </p:cNvSpPr>
          <p:nvPr/>
        </p:nvSpPr>
        <p:spPr>
          <a:xfrm rot="0">
            <a:off x="11682730" y="2263775"/>
            <a:ext cx="1057275" cy="711835"/>
          </a:xfrm>
          <a:prstGeom prst="rect"/>
        </p:spPr>
        <p:txBody>
          <a:bodyPr wrap="square" lIns="0" tIns="0" rIns="0" bIns="0" numCol="1" rtlCol="1" vert="horz" anchor="t">
            <a:spAutoFit/>
          </a:bodyPr>
          <a:lstStyle/>
          <a:p>
            <a:pPr marL="0" indent="0" algn="l">
              <a:lnSpc>
                <a:spcPts val="5600"/>
              </a:lnSpc>
              <a:buFontTx/>
              <a:buNone/>
            </a:pPr>
            <a:r>
              <a:rPr lang="ko-KR" sz="4000" spc="-300" b="0">
                <a:solidFill>
                  <a:srgbClr val="2855DE"/>
                </a:solidFill>
                <a:latin typeface="Noto Sans Kr Semi-Bold" charset="0"/>
                <a:ea typeface="Noto Sans Kr Semi-Bold" charset="0"/>
                <a:cs typeface="Noto Sans Kr Semi-Bold" charset="0"/>
              </a:rPr>
              <a:t>추가 </a:t>
            </a:r>
            <a:endParaRPr lang="ko-KR" altLang="en-US" sz="4000" b="0">
              <a:solidFill>
                <a:srgbClr val="2855DE"/>
              </a:solidFill>
              <a:latin typeface="Noto Sans Kr Semi-Bold" charset="0"/>
              <a:ea typeface="Noto Sans Kr Semi-Bold" charset="0"/>
              <a:cs typeface="Noto Sans Kr Semi-Bold" charset="0"/>
            </a:endParaRPr>
          </a:p>
        </p:txBody>
      </p:sp>
      <p:sp>
        <p:nvSpPr>
          <p:cNvPr id="13" name="텍스트 상자 40"/>
          <p:cNvSpPr txBox="1">
            <a:spLocks/>
          </p:cNvSpPr>
          <p:nvPr/>
        </p:nvSpPr>
        <p:spPr>
          <a:xfrm rot="0">
            <a:off x="11748135" y="6042660"/>
            <a:ext cx="926465" cy="711835"/>
          </a:xfrm>
          <a:prstGeom prst="rect"/>
        </p:spPr>
        <p:txBody>
          <a:bodyPr wrap="square" lIns="0" tIns="0" rIns="0" bIns="0" numCol="1" rtlCol="1" vert="horz" anchor="t">
            <a:spAutoFit/>
          </a:bodyPr>
          <a:lstStyle/>
          <a:p>
            <a:pPr marL="0" indent="0" algn="l">
              <a:lnSpc>
                <a:spcPts val="5600"/>
              </a:lnSpc>
              <a:buFontTx/>
              <a:buNone/>
            </a:pPr>
            <a:r>
              <a:rPr lang="ko-KR" sz="4000" spc="-300" b="0">
                <a:solidFill>
                  <a:srgbClr val="2855DE"/>
                </a:solidFill>
                <a:latin typeface="Noto Sans Kr Semi-Bold" charset="0"/>
                <a:ea typeface="Noto Sans Kr Semi-Bold" charset="0"/>
                <a:cs typeface="Noto Sans Kr Semi-Bold" charset="0"/>
              </a:rPr>
              <a:t>수정</a:t>
            </a:r>
            <a:endParaRPr lang="ko-KR" altLang="en-US" sz="4000" b="0">
              <a:solidFill>
                <a:srgbClr val="2855DE"/>
              </a:solidFill>
              <a:latin typeface="Noto Sans Kr Semi-Bold" charset="0"/>
              <a:ea typeface="Noto Sans Kr Semi-Bold" charset="0"/>
              <a:cs typeface="Noto Sans Kr Semi-Bold" charset="0"/>
            </a:endParaRPr>
          </a:p>
        </p:txBody>
      </p:sp>
      <p:pic>
        <p:nvPicPr>
          <p:cNvPr id="14" name="그림 41" descr="C:/Users/Administrator/AppData/Roaming/PolarisOffice/ETemp/6372_18573408/fImage72884946962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188335" y="6944360"/>
            <a:ext cx="4144010" cy="2905760"/>
          </a:xfrm>
          <a:prstGeom prst="rect"/>
          <a:noFill/>
        </p:spPr>
      </p:pic>
      <p:sp>
        <p:nvSpPr>
          <p:cNvPr id="15" name="텍스트 상자 42"/>
          <p:cNvSpPr txBox="1">
            <a:spLocks/>
          </p:cNvSpPr>
          <p:nvPr/>
        </p:nvSpPr>
        <p:spPr>
          <a:xfrm rot="0">
            <a:off x="4794885" y="5806440"/>
            <a:ext cx="965200" cy="711835"/>
          </a:xfrm>
          <a:prstGeom prst="rect"/>
        </p:spPr>
        <p:txBody>
          <a:bodyPr wrap="square" lIns="0" tIns="0" rIns="0" bIns="0" numCol="1" rtlCol="1" vert="horz" anchor="t">
            <a:spAutoFit/>
          </a:bodyPr>
          <a:lstStyle/>
          <a:p>
            <a:pPr marL="0" indent="0" algn="l">
              <a:lnSpc>
                <a:spcPts val="5600"/>
              </a:lnSpc>
              <a:buFontTx/>
              <a:buNone/>
            </a:pPr>
            <a:r>
              <a:rPr lang="ko-KR" sz="4000" spc="-300" b="0">
                <a:solidFill>
                  <a:srgbClr val="2855DE"/>
                </a:solidFill>
                <a:latin typeface="Noto Sans Kr Semi-Bold" charset="0"/>
                <a:ea typeface="Noto Sans Kr Semi-Bold" charset="0"/>
                <a:cs typeface="Noto Sans Kr Semi-Bold" charset="0"/>
              </a:rPr>
              <a:t>완료 </a:t>
            </a:r>
            <a:endParaRPr lang="ko-KR" altLang="en-US" sz="4000" b="0">
              <a:solidFill>
                <a:srgbClr val="2855DE"/>
              </a:solidFill>
              <a:latin typeface="Noto Sans Kr Semi-Bold" charset="0"/>
              <a:ea typeface="Noto Sans Kr Semi-Bold" charset="0"/>
              <a:cs typeface="Noto Sans Kr Semi-Bol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>
          <a:xfrm rot="0">
            <a:off x="361950" y="361950"/>
            <a:ext cx="17564735" cy="9563735"/>
            <a:chOff x="361950" y="361950"/>
            <a:chExt cx="17564735" cy="9563735"/>
          </a:xfrm>
        </p:grpSpPr>
        <p:sp>
          <p:nvSpPr>
            <p:cNvPr id="3" name="Rect 0"/>
            <p:cNvSpPr>
              <a:spLocks/>
            </p:cNvSpPr>
            <p:nvPr/>
          </p:nvSpPr>
          <p:spPr>
            <a:xfrm rot="0">
              <a:off x="361950" y="361950"/>
              <a:ext cx="17564735" cy="9563735"/>
            </a:xfrm>
            <a:custGeom>
              <a:gdLst>
                <a:gd fmla="*/ 15427 w 4561452" name="TX0"/>
                <a:gd fmla="*/ 0 h 2483567" name="TY0"/>
                <a:gd fmla="*/ 4546023 w 4561452" name="TX1"/>
                <a:gd fmla="*/ 0 h 2483567" name="TY1"/>
                <a:gd fmla="*/ 4556932 w 4561452" name="TX2"/>
                <a:gd fmla="*/ 4519 h 2483567" name="TY2"/>
                <a:gd fmla="*/ 4561451 w 4561452" name="TX3"/>
                <a:gd fmla="*/ 15427 h 2483567" name="TY3"/>
                <a:gd fmla="*/ 4561451 w 4561452" name="TX4"/>
                <a:gd fmla="*/ 2468139 h 2483567" name="TY4"/>
                <a:gd fmla="*/ 4556932 w 4561452" name="TX5"/>
                <a:gd fmla="*/ 2479048 h 2483567" name="TY5"/>
                <a:gd fmla="*/ 4546023 w 4561452" name="TX6"/>
                <a:gd fmla="*/ 2483566 h 2483567" name="TY6"/>
                <a:gd fmla="*/ 15427 w 4561452" name="TX7"/>
                <a:gd fmla="*/ 2483566 h 2483567" name="TY7"/>
                <a:gd fmla="*/ 4519 w 4561452" name="TX8"/>
                <a:gd fmla="*/ 2479048 h 2483567" name="TY8"/>
                <a:gd fmla="*/ 0 w 4561452" name="TX9"/>
                <a:gd fmla="*/ 2468139 h 2483567" name="TY9"/>
                <a:gd fmla="*/ 0 w 4561452" name="TX10"/>
                <a:gd fmla="*/ 15427 h 2483567" name="TY10"/>
                <a:gd fmla="*/ 4519 w 4561452" name="TX11"/>
                <a:gd fmla="*/ 4519 h 2483567" name="TY11"/>
                <a:gd fmla="*/ 15427 w 4561452" name="TX12"/>
                <a:gd fmla="*/ 0 h 2483567" name="TY12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</a:cxnLst>
              <a:rect l="l" t="t" r="r" b="b"/>
              <a:pathLst>
                <a:path w="4561452" h="2483567">
                  <a:moveTo>
                    <a:pt x="15427" y="0"/>
                  </a:moveTo>
                  <a:lnTo>
                    <a:pt x="4546023" y="0"/>
                  </a:lnTo>
                  <a:cubicBezTo>
                    <a:pt x="4550115" y="0"/>
                    <a:pt x="4554039" y="1625"/>
                    <a:pt x="4556932" y="4519"/>
                  </a:cubicBezTo>
                  <a:cubicBezTo>
                    <a:pt x="4559825" y="7412"/>
                    <a:pt x="4561451" y="11336"/>
                    <a:pt x="4561451" y="15427"/>
                  </a:cubicBezTo>
                  <a:lnTo>
                    <a:pt x="4561451" y="2468139"/>
                  </a:lnTo>
                  <a:cubicBezTo>
                    <a:pt x="4561451" y="2472231"/>
                    <a:pt x="4559825" y="2476155"/>
                    <a:pt x="4556932" y="2479048"/>
                  </a:cubicBezTo>
                  <a:cubicBezTo>
                    <a:pt x="4554039" y="2481941"/>
                    <a:pt x="4550115" y="2483566"/>
                    <a:pt x="4546023" y="2483566"/>
                  </a:cubicBezTo>
                  <a:lnTo>
                    <a:pt x="15427" y="2483566"/>
                  </a:lnTo>
                  <a:cubicBezTo>
                    <a:pt x="11336" y="2483566"/>
                    <a:pt x="7412" y="2481941"/>
                    <a:pt x="4519" y="2479048"/>
                  </a:cubicBezTo>
                  <a:cubicBezTo>
                    <a:pt x="1625" y="2476155"/>
                    <a:pt x="0" y="2472231"/>
                    <a:pt x="0" y="2468139"/>
                  </a:cubicBezTo>
                  <a:lnTo>
                    <a:pt x="0" y="15427"/>
                  </a:lnTo>
                  <a:cubicBezTo>
                    <a:pt x="0" y="11336"/>
                    <a:pt x="1625" y="7412"/>
                    <a:pt x="4519" y="4519"/>
                  </a:cubicBezTo>
                  <a:cubicBezTo>
                    <a:pt x="7412" y="1625"/>
                    <a:pt x="11336" y="0"/>
                    <a:pt x="1542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  <p:sp>
          <p:nvSpPr>
            <p:cNvPr id="4" name="Rect 0"/>
            <p:cNvSpPr txBox="1">
              <a:spLocks/>
            </p:cNvSpPr>
            <p:nvPr/>
          </p:nvSpPr>
          <p:spPr>
            <a:xfrm rot="0">
              <a:off x="361950" y="288290"/>
              <a:ext cx="17564735" cy="9637395"/>
            </a:xfrm>
            <a:prstGeom prst="rect"/>
          </p:spPr>
          <p:txBody>
            <a:bodyPr wrap="square" lIns="50800" tIns="50800" rIns="50800" bIns="50800" rtlCol="1" vert="horz" anchor="ctr">
              <a:noAutofit/>
            </a:bodyPr>
            <a:lstStyle/>
            <a:p>
              <a:pPr marL="0" indent="0" rtl="0" algn="ctr" defTabSz="914400" eaLnBrk="1" latinLnBrk="0" hangingPunct="1">
                <a:buFontTx/>
                <a:buNone/>
              </a:pPr>
              <a:endParaRPr lang="ko-KR" altLang="en-US" sz="1800">
                <a:solidFill>
                  <a:schemeClr val="tx1"/>
                </a:solidFill>
                <a:latin typeface="Calibri" charset="0"/>
                <a:ea typeface="맑은 고딕" charset="0"/>
                <a:sym typeface="맑은 고딕" charset="0"/>
              </a:endParaRPr>
            </a:p>
          </p:txBody>
        </p:sp>
      </p:grpSp>
      <p:grpSp>
        <p:nvGrpSpPr>
          <p:cNvPr id="5" name="Group 5"/>
          <p:cNvGrpSpPr>
            <a:grpSpLocks/>
          </p:cNvGrpSpPr>
          <p:nvPr/>
        </p:nvGrpSpPr>
        <p:grpSpPr>
          <a:xfrm rot="0">
            <a:off x="2068830" y="2965450"/>
            <a:ext cx="4488815" cy="4356735"/>
            <a:chOff x="2068830" y="2965450"/>
            <a:chExt cx="4488815" cy="4356735"/>
          </a:xfrm>
        </p:grpSpPr>
        <p:sp>
          <p:nvSpPr>
            <p:cNvPr id="6" name="Rect 0"/>
            <p:cNvSpPr>
              <a:spLocks/>
            </p:cNvSpPr>
            <p:nvPr/>
          </p:nvSpPr>
          <p:spPr>
            <a:xfrm rot="0">
              <a:off x="2068830" y="2965450"/>
              <a:ext cx="4488815" cy="4356735"/>
            </a:xfrm>
            <a:custGeom>
              <a:gdLst>
                <a:gd fmla="*/ 93150 w 1445624" name="TX0"/>
                <a:gd fmla="*/ 0 h 1403062" name="TY0"/>
                <a:gd fmla="*/ 1352473 w 1445624" name="TX1"/>
                <a:gd fmla="*/ 0 h 1403062" name="TY1"/>
                <a:gd fmla="*/ 1418340 w 1445624" name="TX2"/>
                <a:gd fmla="*/ 27283 h 1403062" name="TY2"/>
                <a:gd fmla="*/ 1445623 w 1445624" name="TX3"/>
                <a:gd fmla="*/ 93150 h 1403062" name="TY3"/>
                <a:gd fmla="*/ 1445623 w 1445624" name="TX4"/>
                <a:gd fmla="*/ 1309911 h 1403062" name="TY4"/>
                <a:gd fmla="*/ 1418340 w 1445624" name="TX5"/>
                <a:gd fmla="*/ 1375778 h 1403062" name="TY5"/>
                <a:gd fmla="*/ 1352473 w 1445624" name="TX6"/>
                <a:gd fmla="*/ 1403061 h 1403062" name="TY6"/>
                <a:gd fmla="*/ 93150 w 1445624" name="TX7"/>
                <a:gd fmla="*/ 1403061 h 1403062" name="TY7"/>
                <a:gd fmla="*/ 27283 w 1445624" name="TX8"/>
                <a:gd fmla="*/ 1375778 h 1403062" name="TY8"/>
                <a:gd fmla="*/ 0 w 1445624" name="TX9"/>
                <a:gd fmla="*/ 1309911 h 1403062" name="TY9"/>
                <a:gd fmla="*/ 0 w 1445624" name="TX10"/>
                <a:gd fmla="*/ 93150 h 1403062" name="TY10"/>
                <a:gd fmla="*/ 27283 w 1445624" name="TX11"/>
                <a:gd fmla="*/ 27283 h 1403062" name="TY11"/>
                <a:gd fmla="*/ 93150 w 1445624" name="TX12"/>
                <a:gd fmla="*/ 0 h 1403062" name="TY12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</a:cxnLst>
              <a:rect l="l" t="t" r="r" b="b"/>
              <a:pathLst>
                <a:path w="1445624" h="1403062">
                  <a:moveTo>
                    <a:pt x="93150" y="0"/>
                  </a:moveTo>
                  <a:lnTo>
                    <a:pt x="1352473" y="0"/>
                  </a:lnTo>
                  <a:cubicBezTo>
                    <a:pt x="1377178" y="0"/>
                    <a:pt x="1400871" y="9814"/>
                    <a:pt x="1418340" y="27283"/>
                  </a:cubicBezTo>
                  <a:cubicBezTo>
                    <a:pt x="1435809" y="44752"/>
                    <a:pt x="1445623" y="68445"/>
                    <a:pt x="1445623" y="93150"/>
                  </a:cubicBezTo>
                  <a:lnTo>
                    <a:pt x="1445623" y="1309911"/>
                  </a:lnTo>
                  <a:cubicBezTo>
                    <a:pt x="1445623" y="1334616"/>
                    <a:pt x="1435809" y="1358309"/>
                    <a:pt x="1418340" y="1375778"/>
                  </a:cubicBezTo>
                  <a:cubicBezTo>
                    <a:pt x="1400871" y="1393247"/>
                    <a:pt x="1377178" y="1403061"/>
                    <a:pt x="1352473" y="1403061"/>
                  </a:cubicBezTo>
                  <a:lnTo>
                    <a:pt x="93150" y="1403061"/>
                  </a:lnTo>
                  <a:cubicBezTo>
                    <a:pt x="68445" y="1403061"/>
                    <a:pt x="44752" y="1393247"/>
                    <a:pt x="27283" y="1375778"/>
                  </a:cubicBezTo>
                  <a:cubicBezTo>
                    <a:pt x="9814" y="1358309"/>
                    <a:pt x="0" y="1334616"/>
                    <a:pt x="0" y="1309911"/>
                  </a:cubicBezTo>
                  <a:lnTo>
                    <a:pt x="0" y="93150"/>
                  </a:lnTo>
                  <a:cubicBezTo>
                    <a:pt x="0" y="68445"/>
                    <a:pt x="9814" y="44752"/>
                    <a:pt x="27283" y="27283"/>
                  </a:cubicBezTo>
                  <a:cubicBezTo>
                    <a:pt x="44752" y="9814"/>
                    <a:pt x="68445" y="0"/>
                    <a:pt x="93150" y="0"/>
                  </a:cubicBez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</p:grpSp>
      <p:grpSp>
        <p:nvGrpSpPr>
          <p:cNvPr id="7" name="Group 5"/>
          <p:cNvGrpSpPr>
            <a:grpSpLocks/>
          </p:cNvGrpSpPr>
          <p:nvPr/>
        </p:nvGrpSpPr>
        <p:grpSpPr>
          <a:xfrm rot="0">
            <a:off x="6899910" y="2965450"/>
            <a:ext cx="4488815" cy="4356735"/>
            <a:chOff x="6899910" y="2965450"/>
            <a:chExt cx="4488815" cy="4356735"/>
          </a:xfrm>
        </p:grpSpPr>
        <p:sp>
          <p:nvSpPr>
            <p:cNvPr id="8" name="Rect 0"/>
            <p:cNvSpPr>
              <a:spLocks/>
            </p:cNvSpPr>
            <p:nvPr/>
          </p:nvSpPr>
          <p:spPr>
            <a:xfrm rot="0">
              <a:off x="6899910" y="2965450"/>
              <a:ext cx="4488815" cy="4356735"/>
            </a:xfrm>
            <a:custGeom>
              <a:gdLst>
                <a:gd fmla="*/ 93150 w 1445624" name="TX0"/>
                <a:gd fmla="*/ 0 h 1403062" name="TY0"/>
                <a:gd fmla="*/ 1352473 w 1445624" name="TX1"/>
                <a:gd fmla="*/ 0 h 1403062" name="TY1"/>
                <a:gd fmla="*/ 1418340 w 1445624" name="TX2"/>
                <a:gd fmla="*/ 27283 h 1403062" name="TY2"/>
                <a:gd fmla="*/ 1445623 w 1445624" name="TX3"/>
                <a:gd fmla="*/ 93150 h 1403062" name="TY3"/>
                <a:gd fmla="*/ 1445623 w 1445624" name="TX4"/>
                <a:gd fmla="*/ 1309911 h 1403062" name="TY4"/>
                <a:gd fmla="*/ 1418340 w 1445624" name="TX5"/>
                <a:gd fmla="*/ 1375778 h 1403062" name="TY5"/>
                <a:gd fmla="*/ 1352473 w 1445624" name="TX6"/>
                <a:gd fmla="*/ 1403061 h 1403062" name="TY6"/>
                <a:gd fmla="*/ 93150 w 1445624" name="TX7"/>
                <a:gd fmla="*/ 1403061 h 1403062" name="TY7"/>
                <a:gd fmla="*/ 27283 w 1445624" name="TX8"/>
                <a:gd fmla="*/ 1375778 h 1403062" name="TY8"/>
                <a:gd fmla="*/ 0 w 1445624" name="TX9"/>
                <a:gd fmla="*/ 1309911 h 1403062" name="TY9"/>
                <a:gd fmla="*/ 0 w 1445624" name="TX10"/>
                <a:gd fmla="*/ 93150 h 1403062" name="TY10"/>
                <a:gd fmla="*/ 27283 w 1445624" name="TX11"/>
                <a:gd fmla="*/ 27283 h 1403062" name="TY11"/>
                <a:gd fmla="*/ 93150 w 1445624" name="TX12"/>
                <a:gd fmla="*/ 0 h 1403062" name="TY12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</a:cxnLst>
              <a:rect l="l" t="t" r="r" b="b"/>
              <a:pathLst>
                <a:path w="1445624" h="1403062">
                  <a:moveTo>
                    <a:pt x="93150" y="0"/>
                  </a:moveTo>
                  <a:lnTo>
                    <a:pt x="1352473" y="0"/>
                  </a:lnTo>
                  <a:cubicBezTo>
                    <a:pt x="1377178" y="0"/>
                    <a:pt x="1400871" y="9814"/>
                    <a:pt x="1418340" y="27283"/>
                  </a:cubicBezTo>
                  <a:cubicBezTo>
                    <a:pt x="1435809" y="44752"/>
                    <a:pt x="1445623" y="68445"/>
                    <a:pt x="1445623" y="93150"/>
                  </a:cubicBezTo>
                  <a:lnTo>
                    <a:pt x="1445623" y="1309911"/>
                  </a:lnTo>
                  <a:cubicBezTo>
                    <a:pt x="1445623" y="1334616"/>
                    <a:pt x="1435809" y="1358309"/>
                    <a:pt x="1418340" y="1375778"/>
                  </a:cubicBezTo>
                  <a:cubicBezTo>
                    <a:pt x="1400871" y="1393247"/>
                    <a:pt x="1377178" y="1403061"/>
                    <a:pt x="1352473" y="1403061"/>
                  </a:cubicBezTo>
                  <a:lnTo>
                    <a:pt x="93150" y="1403061"/>
                  </a:lnTo>
                  <a:cubicBezTo>
                    <a:pt x="68445" y="1403061"/>
                    <a:pt x="44752" y="1393247"/>
                    <a:pt x="27283" y="1375778"/>
                  </a:cubicBezTo>
                  <a:cubicBezTo>
                    <a:pt x="9814" y="1358309"/>
                    <a:pt x="0" y="1334616"/>
                    <a:pt x="0" y="1309911"/>
                  </a:cubicBezTo>
                  <a:lnTo>
                    <a:pt x="0" y="93150"/>
                  </a:lnTo>
                  <a:cubicBezTo>
                    <a:pt x="0" y="68445"/>
                    <a:pt x="9814" y="44752"/>
                    <a:pt x="27283" y="27283"/>
                  </a:cubicBezTo>
                  <a:cubicBezTo>
                    <a:pt x="44752" y="9814"/>
                    <a:pt x="68445" y="0"/>
                    <a:pt x="93150" y="0"/>
                  </a:cubicBez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</p:grpSp>
      <p:grpSp>
        <p:nvGrpSpPr>
          <p:cNvPr id="9" name="Group 5"/>
          <p:cNvGrpSpPr>
            <a:grpSpLocks/>
          </p:cNvGrpSpPr>
          <p:nvPr/>
        </p:nvGrpSpPr>
        <p:grpSpPr>
          <a:xfrm rot="0">
            <a:off x="11730990" y="2965450"/>
            <a:ext cx="4488815" cy="4356735"/>
            <a:chOff x="11730990" y="2965450"/>
            <a:chExt cx="4488815" cy="4356735"/>
          </a:xfrm>
        </p:grpSpPr>
        <p:sp>
          <p:nvSpPr>
            <p:cNvPr id="10" name="Rect 0"/>
            <p:cNvSpPr>
              <a:spLocks/>
            </p:cNvSpPr>
            <p:nvPr/>
          </p:nvSpPr>
          <p:spPr>
            <a:xfrm rot="0">
              <a:off x="11730990" y="2965450"/>
              <a:ext cx="4488815" cy="4356735"/>
            </a:xfrm>
            <a:custGeom>
              <a:gdLst>
                <a:gd fmla="*/ 93150 w 1445624" name="TX0"/>
                <a:gd fmla="*/ 0 h 1403062" name="TY0"/>
                <a:gd fmla="*/ 1352473 w 1445624" name="TX1"/>
                <a:gd fmla="*/ 0 h 1403062" name="TY1"/>
                <a:gd fmla="*/ 1418340 w 1445624" name="TX2"/>
                <a:gd fmla="*/ 27283 h 1403062" name="TY2"/>
                <a:gd fmla="*/ 1445623 w 1445624" name="TX3"/>
                <a:gd fmla="*/ 93150 h 1403062" name="TY3"/>
                <a:gd fmla="*/ 1445623 w 1445624" name="TX4"/>
                <a:gd fmla="*/ 1309911 h 1403062" name="TY4"/>
                <a:gd fmla="*/ 1418340 w 1445624" name="TX5"/>
                <a:gd fmla="*/ 1375778 h 1403062" name="TY5"/>
                <a:gd fmla="*/ 1352473 w 1445624" name="TX6"/>
                <a:gd fmla="*/ 1403061 h 1403062" name="TY6"/>
                <a:gd fmla="*/ 93150 w 1445624" name="TX7"/>
                <a:gd fmla="*/ 1403061 h 1403062" name="TY7"/>
                <a:gd fmla="*/ 27283 w 1445624" name="TX8"/>
                <a:gd fmla="*/ 1375778 h 1403062" name="TY8"/>
                <a:gd fmla="*/ 0 w 1445624" name="TX9"/>
                <a:gd fmla="*/ 1309911 h 1403062" name="TY9"/>
                <a:gd fmla="*/ 0 w 1445624" name="TX10"/>
                <a:gd fmla="*/ 93150 h 1403062" name="TY10"/>
                <a:gd fmla="*/ 27283 w 1445624" name="TX11"/>
                <a:gd fmla="*/ 27283 h 1403062" name="TY11"/>
                <a:gd fmla="*/ 93150 w 1445624" name="TX12"/>
                <a:gd fmla="*/ 0 h 1403062" name="TY12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</a:cxnLst>
              <a:rect l="l" t="t" r="r" b="b"/>
              <a:pathLst>
                <a:path w="1445624" h="1403062">
                  <a:moveTo>
                    <a:pt x="93150" y="0"/>
                  </a:moveTo>
                  <a:lnTo>
                    <a:pt x="1352473" y="0"/>
                  </a:lnTo>
                  <a:cubicBezTo>
                    <a:pt x="1377178" y="0"/>
                    <a:pt x="1400871" y="9814"/>
                    <a:pt x="1418340" y="27283"/>
                  </a:cubicBezTo>
                  <a:cubicBezTo>
                    <a:pt x="1435809" y="44752"/>
                    <a:pt x="1445623" y="68445"/>
                    <a:pt x="1445623" y="93150"/>
                  </a:cubicBezTo>
                  <a:lnTo>
                    <a:pt x="1445623" y="1309911"/>
                  </a:lnTo>
                  <a:cubicBezTo>
                    <a:pt x="1445623" y="1334616"/>
                    <a:pt x="1435809" y="1358309"/>
                    <a:pt x="1418340" y="1375778"/>
                  </a:cubicBezTo>
                  <a:cubicBezTo>
                    <a:pt x="1400871" y="1393247"/>
                    <a:pt x="1377178" y="1403061"/>
                    <a:pt x="1352473" y="1403061"/>
                  </a:cubicBezTo>
                  <a:lnTo>
                    <a:pt x="93150" y="1403061"/>
                  </a:lnTo>
                  <a:cubicBezTo>
                    <a:pt x="68445" y="1403061"/>
                    <a:pt x="44752" y="1393247"/>
                    <a:pt x="27283" y="1375778"/>
                  </a:cubicBezTo>
                  <a:cubicBezTo>
                    <a:pt x="9814" y="1358309"/>
                    <a:pt x="0" y="1334616"/>
                    <a:pt x="0" y="1309911"/>
                  </a:cubicBezTo>
                  <a:lnTo>
                    <a:pt x="0" y="93150"/>
                  </a:lnTo>
                  <a:cubicBezTo>
                    <a:pt x="0" y="68445"/>
                    <a:pt x="9814" y="44752"/>
                    <a:pt x="27283" y="27283"/>
                  </a:cubicBezTo>
                  <a:cubicBezTo>
                    <a:pt x="44752" y="9814"/>
                    <a:pt x="68445" y="0"/>
                    <a:pt x="93150" y="0"/>
                  </a:cubicBez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</p:grpSp>
      <p:sp>
        <p:nvSpPr>
          <p:cNvPr id="11" name="Rect 0"/>
          <p:cNvSpPr txBox="1">
            <a:spLocks/>
          </p:cNvSpPr>
          <p:nvPr/>
        </p:nvSpPr>
        <p:spPr>
          <a:xfrm rot="0">
            <a:off x="6070600" y="748665"/>
            <a:ext cx="6147435" cy="818515"/>
          </a:xfrm>
          <a:prstGeom prst="rect"/>
        </p:spPr>
        <p:txBody>
          <a:bodyPr wrap="square" lIns="0" tIns="0" rIns="0" bIns="0" rtlCol="1" vert="horz" anchor="t">
            <a:sp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4600" spc="-340" b="0" strike="noStrike">
                <a:solidFill>
                  <a:srgbClr val="000000"/>
                </a:solidFill>
                <a:latin typeface="Noto Sans Kr Semi-Bold" charset="0"/>
                <a:ea typeface="Noto Sans Kr Semi-Bold" charset="0"/>
                <a:sym typeface="맑은 고딕" charset="0"/>
              </a:rPr>
              <a:t>트러</a:t>
            </a:r>
            <a:r>
              <a:rPr lang="ko-KR" sz="4600" spc="-340" b="0" strike="noStrike">
                <a:solidFill>
                  <a:srgbClr val="000000"/>
                </a:solidFill>
                <a:latin typeface="Noto Sans Kr Semi-Bold" charset="0"/>
                <a:ea typeface="Noto Sans Kr Semi-Bold" charset="0"/>
                <a:sym typeface="맑은 고딕" charset="0"/>
              </a:rPr>
              <a:t>블 </a:t>
            </a:r>
            <a:r>
              <a:rPr lang="ko-KR" sz="4600" spc="-340" b="0" strike="noStrike">
                <a:solidFill>
                  <a:srgbClr val="000000"/>
                </a:solidFill>
                <a:latin typeface="Noto Sans Kr Semi-Bold" charset="0"/>
                <a:ea typeface="Noto Sans Kr Semi-Bold" charset="0"/>
                <a:sym typeface="맑은 고딕" charset="0"/>
              </a:rPr>
              <a:t>슈</a:t>
            </a:r>
            <a:r>
              <a:rPr lang="ko-KR" sz="4600" spc="-340" b="0" strike="noStrike">
                <a:solidFill>
                  <a:srgbClr val="000000"/>
                </a:solidFill>
                <a:latin typeface="Noto Sans Kr Semi-Bold" charset="0"/>
                <a:ea typeface="Noto Sans Kr Semi-Bold" charset="0"/>
                <a:sym typeface="맑은 고딕" charset="0"/>
              </a:rPr>
              <a:t>팅</a:t>
            </a:r>
            <a:endParaRPr lang="ko-KR" altLang="en-US" sz="4600" b="0" strike="noStrike">
              <a:solidFill>
                <a:srgbClr val="000000"/>
              </a:solidFill>
              <a:latin typeface="Noto Sans Kr Semi-Bold" charset="0"/>
              <a:ea typeface="Noto Sans Kr Semi-Bold" charset="0"/>
              <a:sym typeface="맑은 고딕" charset="0"/>
            </a:endParaRPr>
          </a:p>
        </p:txBody>
      </p:sp>
      <p:grpSp>
        <p:nvGrpSpPr>
          <p:cNvPr id="12" name="Group 5"/>
          <p:cNvGrpSpPr>
            <a:grpSpLocks/>
          </p:cNvGrpSpPr>
          <p:nvPr/>
        </p:nvGrpSpPr>
        <p:grpSpPr>
          <a:xfrm rot="0">
            <a:off x="3541395" y="3970020"/>
            <a:ext cx="1543685" cy="614045"/>
            <a:chOff x="3541395" y="3970020"/>
            <a:chExt cx="1543685" cy="614045"/>
          </a:xfrm>
        </p:grpSpPr>
        <p:sp>
          <p:nvSpPr>
            <p:cNvPr id="13" name="Rect 0"/>
            <p:cNvSpPr>
              <a:spLocks/>
            </p:cNvSpPr>
            <p:nvPr/>
          </p:nvSpPr>
          <p:spPr>
            <a:xfrm rot="0">
              <a:off x="3541395" y="3970020"/>
              <a:ext cx="1543685" cy="614045"/>
            </a:xfrm>
            <a:custGeom>
              <a:gdLst>
                <a:gd fmla="*/ 80787 w 406401" name="TX0"/>
                <a:gd fmla="*/ 0 h 161574" name="TY0"/>
                <a:gd fmla="*/ 325613 w 406401" name="TX1"/>
                <a:gd fmla="*/ 0 h 161574" name="TY1"/>
                <a:gd fmla="*/ 382738 w 406401" name="TX2"/>
                <a:gd fmla="*/ 23662 h 161574" name="TY2"/>
                <a:gd fmla="*/ 406400 w 406401" name="TX3"/>
                <a:gd fmla="*/ 80787 h 161574" name="TY3"/>
                <a:gd fmla="*/ 406400 w 406401" name="TX4"/>
                <a:gd fmla="*/ 80787 h 161574" name="TY4"/>
                <a:gd fmla="*/ 325613 w 406401" name="TX5"/>
                <a:gd fmla="*/ 161573 h 161574" name="TY5"/>
                <a:gd fmla="*/ 80787 w 406401" name="TX6"/>
                <a:gd fmla="*/ 161573 h 161574" name="TY6"/>
                <a:gd fmla="*/ 23662 w 406401" name="TX7"/>
                <a:gd fmla="*/ 137911 h 161574" name="TY7"/>
                <a:gd fmla="*/ 0 w 406401" name="TX8"/>
                <a:gd fmla="*/ 80787 h 161574" name="TY8"/>
                <a:gd fmla="*/ 0 w 406401" name="TX9"/>
                <a:gd fmla="*/ 80787 h 161574" name="TY9"/>
                <a:gd fmla="*/ 23662 w 406401" name="TX10"/>
                <a:gd fmla="*/ 23662 h 161574" name="TY10"/>
                <a:gd fmla="*/ 80787 w 406401" name="TX11"/>
                <a:gd fmla="*/ 0 h 161574" name="TY11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</a:cxnLst>
              <a:rect l="l" t="t" r="r" b="b"/>
              <a:pathLst>
                <a:path w="406401" h="161574">
                  <a:moveTo>
                    <a:pt x="80787" y="0"/>
                  </a:moveTo>
                  <a:lnTo>
                    <a:pt x="325613" y="0"/>
                  </a:lnTo>
                  <a:cubicBezTo>
                    <a:pt x="347039" y="0"/>
                    <a:pt x="367588" y="8511"/>
                    <a:pt x="382738" y="23662"/>
                  </a:cubicBezTo>
                  <a:cubicBezTo>
                    <a:pt x="397889" y="38812"/>
                    <a:pt x="406400" y="59361"/>
                    <a:pt x="406400" y="80787"/>
                  </a:cubicBezTo>
                  <a:lnTo>
                    <a:pt x="406400" y="80787"/>
                  </a:lnTo>
                  <a:cubicBezTo>
                    <a:pt x="406400" y="125404"/>
                    <a:pt x="370231" y="161573"/>
                    <a:pt x="325613" y="161573"/>
                  </a:cubicBezTo>
                  <a:lnTo>
                    <a:pt x="80787" y="161573"/>
                  </a:lnTo>
                  <a:cubicBezTo>
                    <a:pt x="59361" y="161573"/>
                    <a:pt x="38812" y="153062"/>
                    <a:pt x="23662" y="137911"/>
                  </a:cubicBezTo>
                  <a:cubicBezTo>
                    <a:pt x="8511" y="122761"/>
                    <a:pt x="0" y="102213"/>
                    <a:pt x="0" y="80787"/>
                  </a:cubicBezTo>
                  <a:lnTo>
                    <a:pt x="0" y="80787"/>
                  </a:lnTo>
                  <a:cubicBezTo>
                    <a:pt x="0" y="59361"/>
                    <a:pt x="8511" y="38812"/>
                    <a:pt x="23662" y="23662"/>
                  </a:cubicBezTo>
                  <a:cubicBezTo>
                    <a:pt x="38812" y="8511"/>
                    <a:pt x="59361" y="0"/>
                    <a:pt x="80787" y="0"/>
                  </a:cubicBezTo>
                  <a:close/>
                </a:path>
              </a:pathLst>
            </a:custGeom>
            <a:solidFill>
              <a:srgbClr val="2855DE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  <p:sp>
          <p:nvSpPr>
            <p:cNvPr id="14" name="Rect 0"/>
            <p:cNvSpPr txBox="1">
              <a:spLocks/>
            </p:cNvSpPr>
            <p:nvPr/>
          </p:nvSpPr>
          <p:spPr>
            <a:xfrm rot="0">
              <a:off x="3541395" y="3825240"/>
              <a:ext cx="1543685" cy="758825"/>
            </a:xfrm>
            <a:prstGeom prst="rect"/>
          </p:spPr>
          <p:txBody>
            <a:bodyPr wrap="square" lIns="50800" tIns="50800" rIns="50800" bIns="50800" rtlCol="1" vert="horz" anchor="ctr">
              <a:noAutofit/>
            </a:bodyPr>
            <a:lstStyle/>
            <a:p>
              <a:pPr marL="0" indent="0" rtl="0" algn="ctr" defTabSz="914400" eaLnBrk="1" latinLnBrk="0" hangingPunct="1">
                <a:buFontTx/>
                <a:buNone/>
              </a:pPr>
              <a:r>
                <a:rPr lang="ko-KR" sz="2100">
                  <a:solidFill>
                    <a:srgbClr val="FFFFFF"/>
                  </a:solidFill>
                  <a:latin typeface="Inter Light" charset="0"/>
                  <a:ea typeface="Inter Light" charset="0"/>
                  <a:sym typeface="맑은 고딕" charset="0"/>
                </a:rPr>
                <a:t>문제 1</a:t>
              </a:r>
              <a:endParaRPr lang="ko-KR" altLang="en-US" sz="2100">
                <a:solidFill>
                  <a:srgbClr val="FFFFFF"/>
                </a:solidFill>
                <a:latin typeface="Inter Light" charset="0"/>
                <a:ea typeface="Inter Light" charset="0"/>
                <a:sym typeface="맑은 고딕" charset="0"/>
              </a:endParaRPr>
            </a:p>
          </p:txBody>
        </p:sp>
      </p:grpSp>
      <p:grpSp>
        <p:nvGrpSpPr>
          <p:cNvPr id="15" name="Group 5"/>
          <p:cNvGrpSpPr>
            <a:grpSpLocks/>
          </p:cNvGrpSpPr>
          <p:nvPr/>
        </p:nvGrpSpPr>
        <p:grpSpPr>
          <a:xfrm rot="0">
            <a:off x="8372475" y="3970020"/>
            <a:ext cx="1543685" cy="614045"/>
            <a:chOff x="8372475" y="3970020"/>
            <a:chExt cx="1543685" cy="614045"/>
          </a:xfrm>
        </p:grpSpPr>
        <p:sp>
          <p:nvSpPr>
            <p:cNvPr id="16" name="Rect 0"/>
            <p:cNvSpPr>
              <a:spLocks/>
            </p:cNvSpPr>
            <p:nvPr/>
          </p:nvSpPr>
          <p:spPr>
            <a:xfrm rot="0">
              <a:off x="8372475" y="3970020"/>
              <a:ext cx="1543685" cy="614045"/>
            </a:xfrm>
            <a:custGeom>
              <a:gdLst>
                <a:gd fmla="*/ 80787 w 406401" name="TX0"/>
                <a:gd fmla="*/ 0 h 161574" name="TY0"/>
                <a:gd fmla="*/ 325613 w 406401" name="TX1"/>
                <a:gd fmla="*/ 0 h 161574" name="TY1"/>
                <a:gd fmla="*/ 382738 w 406401" name="TX2"/>
                <a:gd fmla="*/ 23662 h 161574" name="TY2"/>
                <a:gd fmla="*/ 406400 w 406401" name="TX3"/>
                <a:gd fmla="*/ 80787 h 161574" name="TY3"/>
                <a:gd fmla="*/ 406400 w 406401" name="TX4"/>
                <a:gd fmla="*/ 80787 h 161574" name="TY4"/>
                <a:gd fmla="*/ 325613 w 406401" name="TX5"/>
                <a:gd fmla="*/ 161573 h 161574" name="TY5"/>
                <a:gd fmla="*/ 80787 w 406401" name="TX6"/>
                <a:gd fmla="*/ 161573 h 161574" name="TY6"/>
                <a:gd fmla="*/ 23662 w 406401" name="TX7"/>
                <a:gd fmla="*/ 137911 h 161574" name="TY7"/>
                <a:gd fmla="*/ 0 w 406401" name="TX8"/>
                <a:gd fmla="*/ 80787 h 161574" name="TY8"/>
                <a:gd fmla="*/ 0 w 406401" name="TX9"/>
                <a:gd fmla="*/ 80787 h 161574" name="TY9"/>
                <a:gd fmla="*/ 23662 w 406401" name="TX10"/>
                <a:gd fmla="*/ 23662 h 161574" name="TY10"/>
                <a:gd fmla="*/ 80787 w 406401" name="TX11"/>
                <a:gd fmla="*/ 0 h 161574" name="TY11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</a:cxnLst>
              <a:rect l="l" t="t" r="r" b="b"/>
              <a:pathLst>
                <a:path w="406401" h="161574">
                  <a:moveTo>
                    <a:pt x="80787" y="0"/>
                  </a:moveTo>
                  <a:lnTo>
                    <a:pt x="325613" y="0"/>
                  </a:lnTo>
                  <a:cubicBezTo>
                    <a:pt x="347039" y="0"/>
                    <a:pt x="367588" y="8511"/>
                    <a:pt x="382738" y="23662"/>
                  </a:cubicBezTo>
                  <a:cubicBezTo>
                    <a:pt x="397889" y="38812"/>
                    <a:pt x="406400" y="59361"/>
                    <a:pt x="406400" y="80787"/>
                  </a:cubicBezTo>
                  <a:lnTo>
                    <a:pt x="406400" y="80787"/>
                  </a:lnTo>
                  <a:cubicBezTo>
                    <a:pt x="406400" y="125404"/>
                    <a:pt x="370231" y="161573"/>
                    <a:pt x="325613" y="161573"/>
                  </a:cubicBezTo>
                  <a:lnTo>
                    <a:pt x="80787" y="161573"/>
                  </a:lnTo>
                  <a:cubicBezTo>
                    <a:pt x="59361" y="161573"/>
                    <a:pt x="38812" y="153062"/>
                    <a:pt x="23662" y="137911"/>
                  </a:cubicBezTo>
                  <a:cubicBezTo>
                    <a:pt x="8511" y="122761"/>
                    <a:pt x="0" y="102213"/>
                    <a:pt x="0" y="80787"/>
                  </a:cubicBezTo>
                  <a:lnTo>
                    <a:pt x="0" y="80787"/>
                  </a:lnTo>
                  <a:cubicBezTo>
                    <a:pt x="0" y="59361"/>
                    <a:pt x="8511" y="38812"/>
                    <a:pt x="23662" y="23662"/>
                  </a:cubicBezTo>
                  <a:cubicBezTo>
                    <a:pt x="38812" y="8511"/>
                    <a:pt x="59361" y="0"/>
                    <a:pt x="80787" y="0"/>
                  </a:cubicBezTo>
                  <a:close/>
                </a:path>
              </a:pathLst>
            </a:custGeom>
            <a:solidFill>
              <a:srgbClr val="2855DE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  <p:sp>
          <p:nvSpPr>
            <p:cNvPr id="17" name="Rect 0"/>
            <p:cNvSpPr txBox="1">
              <a:spLocks/>
            </p:cNvSpPr>
            <p:nvPr/>
          </p:nvSpPr>
          <p:spPr>
            <a:xfrm rot="0">
              <a:off x="8372475" y="3825240"/>
              <a:ext cx="1543685" cy="758825"/>
            </a:xfrm>
            <a:prstGeom prst="rect"/>
          </p:spPr>
          <p:txBody>
            <a:bodyPr wrap="square" lIns="50800" tIns="50800" rIns="50800" bIns="50800" rtlCol="1" vert="horz" anchor="ctr">
              <a:noAutofit/>
            </a:bodyPr>
            <a:lstStyle/>
            <a:p>
              <a:pPr marL="0" indent="0" rtl="0" algn="ctr" defTabSz="914400" eaLnBrk="1" latinLnBrk="0" hangingPunct="1">
                <a:buFontTx/>
                <a:buNone/>
              </a:pPr>
              <a:r>
                <a:rPr lang="ko-KR" sz="2100">
                  <a:solidFill>
                    <a:srgbClr val="FFFFFF"/>
                  </a:solidFill>
                  <a:latin typeface="Inter Light" charset="0"/>
                  <a:ea typeface="Inter Light" charset="0"/>
                  <a:sym typeface="맑은 고딕" charset="0"/>
                </a:rPr>
                <a:t>원인</a:t>
              </a:r>
              <a:endParaRPr lang="ko-KR" altLang="en-US" sz="2100">
                <a:solidFill>
                  <a:srgbClr val="FFFFFF"/>
                </a:solidFill>
                <a:latin typeface="Inter Light" charset="0"/>
                <a:ea typeface="Inter Light" charset="0"/>
                <a:sym typeface="맑은 고딕" charset="0"/>
              </a:endParaRPr>
            </a:p>
          </p:txBody>
        </p:sp>
      </p:grpSp>
      <p:grpSp>
        <p:nvGrpSpPr>
          <p:cNvPr id="18" name="Group 5"/>
          <p:cNvGrpSpPr>
            <a:grpSpLocks/>
          </p:cNvGrpSpPr>
          <p:nvPr/>
        </p:nvGrpSpPr>
        <p:grpSpPr>
          <a:xfrm rot="0">
            <a:off x="13201015" y="3970020"/>
            <a:ext cx="1543685" cy="614045"/>
            <a:chOff x="13201015" y="3970020"/>
            <a:chExt cx="1543685" cy="614045"/>
          </a:xfrm>
        </p:grpSpPr>
        <p:sp>
          <p:nvSpPr>
            <p:cNvPr id="19" name="Rect 0"/>
            <p:cNvSpPr>
              <a:spLocks/>
            </p:cNvSpPr>
            <p:nvPr/>
          </p:nvSpPr>
          <p:spPr>
            <a:xfrm rot="0">
              <a:off x="13201015" y="3970020"/>
              <a:ext cx="1543685" cy="614045"/>
            </a:xfrm>
            <a:custGeom>
              <a:gdLst>
                <a:gd fmla="*/ 80787 w 406401" name="TX0"/>
                <a:gd fmla="*/ 0 h 161574" name="TY0"/>
                <a:gd fmla="*/ 325613 w 406401" name="TX1"/>
                <a:gd fmla="*/ 0 h 161574" name="TY1"/>
                <a:gd fmla="*/ 382738 w 406401" name="TX2"/>
                <a:gd fmla="*/ 23662 h 161574" name="TY2"/>
                <a:gd fmla="*/ 406400 w 406401" name="TX3"/>
                <a:gd fmla="*/ 80787 h 161574" name="TY3"/>
                <a:gd fmla="*/ 406400 w 406401" name="TX4"/>
                <a:gd fmla="*/ 80787 h 161574" name="TY4"/>
                <a:gd fmla="*/ 325613 w 406401" name="TX5"/>
                <a:gd fmla="*/ 161573 h 161574" name="TY5"/>
                <a:gd fmla="*/ 80787 w 406401" name="TX6"/>
                <a:gd fmla="*/ 161573 h 161574" name="TY6"/>
                <a:gd fmla="*/ 23662 w 406401" name="TX7"/>
                <a:gd fmla="*/ 137911 h 161574" name="TY7"/>
                <a:gd fmla="*/ 0 w 406401" name="TX8"/>
                <a:gd fmla="*/ 80787 h 161574" name="TY8"/>
                <a:gd fmla="*/ 0 w 406401" name="TX9"/>
                <a:gd fmla="*/ 80787 h 161574" name="TY9"/>
                <a:gd fmla="*/ 23662 w 406401" name="TX10"/>
                <a:gd fmla="*/ 23662 h 161574" name="TY10"/>
                <a:gd fmla="*/ 80787 w 406401" name="TX11"/>
                <a:gd fmla="*/ 0 h 161574" name="TY11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</a:cxnLst>
              <a:rect l="l" t="t" r="r" b="b"/>
              <a:pathLst>
                <a:path w="406401" h="161574">
                  <a:moveTo>
                    <a:pt x="80787" y="0"/>
                  </a:moveTo>
                  <a:lnTo>
                    <a:pt x="325613" y="0"/>
                  </a:lnTo>
                  <a:cubicBezTo>
                    <a:pt x="347039" y="0"/>
                    <a:pt x="367588" y="8511"/>
                    <a:pt x="382738" y="23662"/>
                  </a:cubicBezTo>
                  <a:cubicBezTo>
                    <a:pt x="397889" y="38812"/>
                    <a:pt x="406400" y="59361"/>
                    <a:pt x="406400" y="80787"/>
                  </a:cubicBezTo>
                  <a:lnTo>
                    <a:pt x="406400" y="80787"/>
                  </a:lnTo>
                  <a:cubicBezTo>
                    <a:pt x="406400" y="125404"/>
                    <a:pt x="370231" y="161573"/>
                    <a:pt x="325613" y="161573"/>
                  </a:cubicBezTo>
                  <a:lnTo>
                    <a:pt x="80787" y="161573"/>
                  </a:lnTo>
                  <a:cubicBezTo>
                    <a:pt x="59361" y="161573"/>
                    <a:pt x="38812" y="153062"/>
                    <a:pt x="23662" y="137911"/>
                  </a:cubicBezTo>
                  <a:cubicBezTo>
                    <a:pt x="8511" y="122761"/>
                    <a:pt x="0" y="102213"/>
                    <a:pt x="0" y="80787"/>
                  </a:cubicBezTo>
                  <a:lnTo>
                    <a:pt x="0" y="80787"/>
                  </a:lnTo>
                  <a:cubicBezTo>
                    <a:pt x="0" y="59361"/>
                    <a:pt x="8511" y="38812"/>
                    <a:pt x="23662" y="23662"/>
                  </a:cubicBezTo>
                  <a:cubicBezTo>
                    <a:pt x="38812" y="8511"/>
                    <a:pt x="59361" y="0"/>
                    <a:pt x="80787" y="0"/>
                  </a:cubicBezTo>
                  <a:close/>
                </a:path>
              </a:pathLst>
            </a:custGeom>
            <a:solidFill>
              <a:srgbClr val="2855DE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  <p:sp>
          <p:nvSpPr>
            <p:cNvPr id="20" name="Rect 0"/>
            <p:cNvSpPr txBox="1">
              <a:spLocks/>
            </p:cNvSpPr>
            <p:nvPr/>
          </p:nvSpPr>
          <p:spPr>
            <a:xfrm rot="0">
              <a:off x="13201015" y="3825240"/>
              <a:ext cx="1543685" cy="758825"/>
            </a:xfrm>
            <a:prstGeom prst="rect"/>
          </p:spPr>
          <p:txBody>
            <a:bodyPr wrap="square" lIns="50800" tIns="50800" rIns="50800" bIns="50800" rtlCol="1" vert="horz" anchor="ctr">
              <a:noAutofit/>
            </a:bodyPr>
            <a:lstStyle/>
            <a:p>
              <a:pPr marL="0" indent="0" rtl="0" algn="ctr" defTabSz="914400" eaLnBrk="1" latinLnBrk="0" hangingPunct="1">
                <a:buFontTx/>
                <a:buNone/>
              </a:pPr>
              <a:r>
                <a:rPr sz="2100" b="0">
                  <a:solidFill>
                    <a:srgbClr val="FFFFFF"/>
                  </a:solidFill>
                  <a:latin typeface="Inter Medium" charset="0"/>
                  <a:ea typeface="Inter Medium" charset="0"/>
                  <a:sym typeface="맑은 고딕" charset="0"/>
                </a:rPr>
                <a:t>해</a:t>
              </a:r>
              <a:r>
                <a:rPr lang="ko-KR" sz="2100" b="0">
                  <a:solidFill>
                    <a:srgbClr val="FFFFFF"/>
                  </a:solidFill>
                  <a:latin typeface="Inter Medium" charset="0"/>
                  <a:ea typeface="Inter Medium" charset="0"/>
                  <a:sym typeface="맑은 고딕" charset="0"/>
                </a:rPr>
                <a:t>결</a:t>
              </a:r>
              <a:endParaRPr lang="ko-KR" altLang="en-US" sz="2100" b="0">
                <a:solidFill>
                  <a:srgbClr val="FFFFFF"/>
                </a:solidFill>
                <a:latin typeface="Inter Medium" charset="0"/>
                <a:ea typeface="Inter Medium" charset="0"/>
                <a:sym typeface="맑은 고딕" charset="0"/>
              </a:endParaRPr>
            </a:p>
          </p:txBody>
        </p:sp>
      </p:grpSp>
      <p:sp>
        <p:nvSpPr>
          <p:cNvPr id="21" name="Rect 0"/>
          <p:cNvSpPr txBox="1">
            <a:spLocks/>
          </p:cNvSpPr>
          <p:nvPr/>
        </p:nvSpPr>
        <p:spPr>
          <a:xfrm rot="0">
            <a:off x="7347585" y="5137150"/>
            <a:ext cx="3594100" cy="1288415"/>
          </a:xfrm>
          <a:prstGeom prst="rect"/>
        </p:spPr>
        <p:txBody>
          <a:bodyPr wrap="square" lIns="0" tIns="0" rIns="0" bIns="0" rtlCol="1" vert="horz" anchor="t">
            <a:sp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J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avaScript 파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일 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연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결 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경로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가 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잘못되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어 s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c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rip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t.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j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s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가 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실행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되지 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않았습니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다.</a:t>
            </a:r>
            <a:endParaRPr lang="ko-KR" altLang="en-US" sz="2600" strike="noStrike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 rot="0">
            <a:off x="2708910" y="5071745"/>
            <a:ext cx="3313430" cy="1288415"/>
          </a:xfrm>
          <a:prstGeom prst="rect"/>
        </p:spPr>
        <p:txBody>
          <a:bodyPr wrap="square" lIns="0" tIns="0" rIns="0" bIns="0" rtlCol="1" vert="horz" anchor="t">
            <a:sp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추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가 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버튼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을 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눌러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도 할 일 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목록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이 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출력되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지 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않았습니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다.</a:t>
            </a:r>
            <a:endParaRPr lang="ko-KR" altLang="en-US" sz="2600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</p:txBody>
      </p:sp>
      <p:sp>
        <p:nvSpPr>
          <p:cNvPr id="23" name="Rect 0"/>
          <p:cNvSpPr txBox="1">
            <a:spLocks/>
          </p:cNvSpPr>
          <p:nvPr/>
        </p:nvSpPr>
        <p:spPr>
          <a:xfrm rot="0">
            <a:off x="12197715" y="5137150"/>
            <a:ext cx="3550285" cy="859155"/>
          </a:xfrm>
          <a:prstGeom prst="rect"/>
        </p:spPr>
        <p:txBody>
          <a:bodyPr wrap="square" lIns="0" tIns="0" rIns="0" bIns="0" rtlCol="1" vert="horz" anchor="t">
            <a:sp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S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cr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i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pt 태그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의 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src 경로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를 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수정하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여 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해결했습니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다.</a:t>
            </a:r>
            <a:endParaRPr lang="ko-KR" altLang="en-US" sz="2600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</p:txBody>
      </p:sp>
      <p:cxnSp>
        <p:nvCxnSpPr>
          <p:cNvPr id="28" name="Rect 0"/>
          <p:cNvCxnSpPr/>
          <p:nvPr/>
        </p:nvCxnSpPr>
        <p:spPr>
          <a:xfrm rot="0">
            <a:off x="1028700" y="1953895"/>
            <a:ext cx="16231235" cy="635"/>
          </a:xfrm>
          <a:prstGeom prst="line"/>
          <a:ln w="28575" cap="rnd" cmpd="sng">
            <a:solidFill>
              <a:srgbClr val="2855DE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>
          <a:xfrm rot="0">
            <a:off x="361950" y="361950"/>
            <a:ext cx="17564735" cy="9563735"/>
            <a:chOff x="361950" y="361950"/>
            <a:chExt cx="17564735" cy="9563735"/>
          </a:xfrm>
        </p:grpSpPr>
        <p:sp>
          <p:nvSpPr>
            <p:cNvPr id="3" name="Rect 0"/>
            <p:cNvSpPr>
              <a:spLocks/>
            </p:cNvSpPr>
            <p:nvPr/>
          </p:nvSpPr>
          <p:spPr>
            <a:xfrm rot="0">
              <a:off x="361950" y="361950"/>
              <a:ext cx="17564735" cy="9563735"/>
            </a:xfrm>
            <a:custGeom>
              <a:gdLst>
                <a:gd fmla="*/ 15427 w 4561452" name="TX0"/>
                <a:gd fmla="*/ 0 h 2483567" name="TY0"/>
                <a:gd fmla="*/ 4546023 w 4561452" name="TX1"/>
                <a:gd fmla="*/ 0 h 2483567" name="TY1"/>
                <a:gd fmla="*/ 4556932 w 4561452" name="TX2"/>
                <a:gd fmla="*/ 4519 h 2483567" name="TY2"/>
                <a:gd fmla="*/ 4561451 w 4561452" name="TX3"/>
                <a:gd fmla="*/ 15427 h 2483567" name="TY3"/>
                <a:gd fmla="*/ 4561451 w 4561452" name="TX4"/>
                <a:gd fmla="*/ 2468139 h 2483567" name="TY4"/>
                <a:gd fmla="*/ 4556932 w 4561452" name="TX5"/>
                <a:gd fmla="*/ 2479048 h 2483567" name="TY5"/>
                <a:gd fmla="*/ 4546023 w 4561452" name="TX6"/>
                <a:gd fmla="*/ 2483566 h 2483567" name="TY6"/>
                <a:gd fmla="*/ 15427 w 4561452" name="TX7"/>
                <a:gd fmla="*/ 2483566 h 2483567" name="TY7"/>
                <a:gd fmla="*/ 4519 w 4561452" name="TX8"/>
                <a:gd fmla="*/ 2479048 h 2483567" name="TY8"/>
                <a:gd fmla="*/ 0 w 4561452" name="TX9"/>
                <a:gd fmla="*/ 2468139 h 2483567" name="TY9"/>
                <a:gd fmla="*/ 0 w 4561452" name="TX10"/>
                <a:gd fmla="*/ 15427 h 2483567" name="TY10"/>
                <a:gd fmla="*/ 4519 w 4561452" name="TX11"/>
                <a:gd fmla="*/ 4519 h 2483567" name="TY11"/>
                <a:gd fmla="*/ 15427 w 4561452" name="TX12"/>
                <a:gd fmla="*/ 0 h 2483567" name="TY12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</a:cxnLst>
              <a:rect l="l" t="t" r="r" b="b"/>
              <a:pathLst>
                <a:path w="4561452" h="2483567">
                  <a:moveTo>
                    <a:pt x="15427" y="0"/>
                  </a:moveTo>
                  <a:lnTo>
                    <a:pt x="4546023" y="0"/>
                  </a:lnTo>
                  <a:cubicBezTo>
                    <a:pt x="4550115" y="0"/>
                    <a:pt x="4554039" y="1625"/>
                    <a:pt x="4556932" y="4519"/>
                  </a:cubicBezTo>
                  <a:cubicBezTo>
                    <a:pt x="4559825" y="7412"/>
                    <a:pt x="4561451" y="11336"/>
                    <a:pt x="4561451" y="15427"/>
                  </a:cubicBezTo>
                  <a:lnTo>
                    <a:pt x="4561451" y="2468139"/>
                  </a:lnTo>
                  <a:cubicBezTo>
                    <a:pt x="4561451" y="2472231"/>
                    <a:pt x="4559825" y="2476155"/>
                    <a:pt x="4556932" y="2479048"/>
                  </a:cubicBezTo>
                  <a:cubicBezTo>
                    <a:pt x="4554039" y="2481941"/>
                    <a:pt x="4550115" y="2483566"/>
                    <a:pt x="4546023" y="2483566"/>
                  </a:cubicBezTo>
                  <a:lnTo>
                    <a:pt x="15427" y="2483566"/>
                  </a:lnTo>
                  <a:cubicBezTo>
                    <a:pt x="11336" y="2483566"/>
                    <a:pt x="7412" y="2481941"/>
                    <a:pt x="4519" y="2479048"/>
                  </a:cubicBezTo>
                  <a:cubicBezTo>
                    <a:pt x="1625" y="2476155"/>
                    <a:pt x="0" y="2472231"/>
                    <a:pt x="0" y="2468139"/>
                  </a:cubicBezTo>
                  <a:lnTo>
                    <a:pt x="0" y="15427"/>
                  </a:lnTo>
                  <a:cubicBezTo>
                    <a:pt x="0" y="11336"/>
                    <a:pt x="1625" y="7412"/>
                    <a:pt x="4519" y="4519"/>
                  </a:cubicBezTo>
                  <a:cubicBezTo>
                    <a:pt x="7412" y="1625"/>
                    <a:pt x="11336" y="0"/>
                    <a:pt x="1542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  <p:sp>
          <p:nvSpPr>
            <p:cNvPr id="4" name="Rect 0"/>
            <p:cNvSpPr txBox="1">
              <a:spLocks/>
            </p:cNvSpPr>
            <p:nvPr/>
          </p:nvSpPr>
          <p:spPr>
            <a:xfrm rot="0">
              <a:off x="361950" y="288290"/>
              <a:ext cx="17564735" cy="9637395"/>
            </a:xfrm>
            <a:prstGeom prst="rect"/>
          </p:spPr>
          <p:txBody>
            <a:bodyPr wrap="square" lIns="50800" tIns="50800" rIns="50800" bIns="50800" rtlCol="1" vert="horz" anchor="ctr">
              <a:noAutofit/>
            </a:bodyPr>
            <a:lstStyle/>
            <a:p>
              <a:pPr marL="0" indent="0" rtl="0" algn="ctr" defTabSz="914400" eaLnBrk="1" latinLnBrk="0" hangingPunct="1">
                <a:buFontTx/>
                <a:buNone/>
              </a:pPr>
              <a:endParaRPr lang="ko-KR" altLang="en-US" sz="1800">
                <a:solidFill>
                  <a:schemeClr val="tx1"/>
                </a:solidFill>
                <a:latin typeface="Calibri" charset="0"/>
                <a:ea typeface="맑은 고딕" charset="0"/>
                <a:sym typeface="맑은 고딕" charset="0"/>
              </a:endParaRPr>
            </a:p>
          </p:txBody>
        </p:sp>
      </p:grpSp>
      <p:grpSp>
        <p:nvGrpSpPr>
          <p:cNvPr id="5" name="Group 5"/>
          <p:cNvGrpSpPr>
            <a:grpSpLocks/>
          </p:cNvGrpSpPr>
          <p:nvPr/>
        </p:nvGrpSpPr>
        <p:grpSpPr>
          <a:xfrm rot="0">
            <a:off x="2068830" y="2965450"/>
            <a:ext cx="4488815" cy="4356735"/>
            <a:chOff x="2068830" y="2965450"/>
            <a:chExt cx="4488815" cy="4356735"/>
          </a:xfrm>
        </p:grpSpPr>
        <p:sp>
          <p:nvSpPr>
            <p:cNvPr id="6" name="Rect 0"/>
            <p:cNvSpPr>
              <a:spLocks/>
            </p:cNvSpPr>
            <p:nvPr/>
          </p:nvSpPr>
          <p:spPr>
            <a:xfrm rot="0">
              <a:off x="2068830" y="2965450"/>
              <a:ext cx="4488815" cy="4356735"/>
            </a:xfrm>
            <a:custGeom>
              <a:gdLst>
                <a:gd fmla="*/ 93150 w 1445624" name="TX0"/>
                <a:gd fmla="*/ 0 h 1403062" name="TY0"/>
                <a:gd fmla="*/ 1352473 w 1445624" name="TX1"/>
                <a:gd fmla="*/ 0 h 1403062" name="TY1"/>
                <a:gd fmla="*/ 1418340 w 1445624" name="TX2"/>
                <a:gd fmla="*/ 27283 h 1403062" name="TY2"/>
                <a:gd fmla="*/ 1445623 w 1445624" name="TX3"/>
                <a:gd fmla="*/ 93150 h 1403062" name="TY3"/>
                <a:gd fmla="*/ 1445623 w 1445624" name="TX4"/>
                <a:gd fmla="*/ 1309911 h 1403062" name="TY4"/>
                <a:gd fmla="*/ 1418340 w 1445624" name="TX5"/>
                <a:gd fmla="*/ 1375778 h 1403062" name="TY5"/>
                <a:gd fmla="*/ 1352473 w 1445624" name="TX6"/>
                <a:gd fmla="*/ 1403061 h 1403062" name="TY6"/>
                <a:gd fmla="*/ 93150 w 1445624" name="TX7"/>
                <a:gd fmla="*/ 1403061 h 1403062" name="TY7"/>
                <a:gd fmla="*/ 27283 w 1445624" name="TX8"/>
                <a:gd fmla="*/ 1375778 h 1403062" name="TY8"/>
                <a:gd fmla="*/ 0 w 1445624" name="TX9"/>
                <a:gd fmla="*/ 1309911 h 1403062" name="TY9"/>
                <a:gd fmla="*/ 0 w 1445624" name="TX10"/>
                <a:gd fmla="*/ 93150 h 1403062" name="TY10"/>
                <a:gd fmla="*/ 27283 w 1445624" name="TX11"/>
                <a:gd fmla="*/ 27283 h 1403062" name="TY11"/>
                <a:gd fmla="*/ 93150 w 1445624" name="TX12"/>
                <a:gd fmla="*/ 0 h 1403062" name="TY12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</a:cxnLst>
              <a:rect l="l" t="t" r="r" b="b"/>
              <a:pathLst>
                <a:path w="1445624" h="1403062">
                  <a:moveTo>
                    <a:pt x="93150" y="0"/>
                  </a:moveTo>
                  <a:lnTo>
                    <a:pt x="1352473" y="0"/>
                  </a:lnTo>
                  <a:cubicBezTo>
                    <a:pt x="1377178" y="0"/>
                    <a:pt x="1400871" y="9814"/>
                    <a:pt x="1418340" y="27283"/>
                  </a:cubicBezTo>
                  <a:cubicBezTo>
                    <a:pt x="1435809" y="44752"/>
                    <a:pt x="1445623" y="68445"/>
                    <a:pt x="1445623" y="93150"/>
                  </a:cubicBezTo>
                  <a:lnTo>
                    <a:pt x="1445623" y="1309911"/>
                  </a:lnTo>
                  <a:cubicBezTo>
                    <a:pt x="1445623" y="1334616"/>
                    <a:pt x="1435809" y="1358309"/>
                    <a:pt x="1418340" y="1375778"/>
                  </a:cubicBezTo>
                  <a:cubicBezTo>
                    <a:pt x="1400871" y="1393247"/>
                    <a:pt x="1377178" y="1403061"/>
                    <a:pt x="1352473" y="1403061"/>
                  </a:cubicBezTo>
                  <a:lnTo>
                    <a:pt x="93150" y="1403061"/>
                  </a:lnTo>
                  <a:cubicBezTo>
                    <a:pt x="68445" y="1403061"/>
                    <a:pt x="44752" y="1393247"/>
                    <a:pt x="27283" y="1375778"/>
                  </a:cubicBezTo>
                  <a:cubicBezTo>
                    <a:pt x="9814" y="1358309"/>
                    <a:pt x="0" y="1334616"/>
                    <a:pt x="0" y="1309911"/>
                  </a:cubicBezTo>
                  <a:lnTo>
                    <a:pt x="0" y="93150"/>
                  </a:lnTo>
                  <a:cubicBezTo>
                    <a:pt x="0" y="68445"/>
                    <a:pt x="9814" y="44752"/>
                    <a:pt x="27283" y="27283"/>
                  </a:cubicBezTo>
                  <a:cubicBezTo>
                    <a:pt x="44752" y="9814"/>
                    <a:pt x="68445" y="0"/>
                    <a:pt x="93150" y="0"/>
                  </a:cubicBez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</p:grpSp>
      <p:grpSp>
        <p:nvGrpSpPr>
          <p:cNvPr id="7" name="Group 5"/>
          <p:cNvGrpSpPr>
            <a:grpSpLocks/>
          </p:cNvGrpSpPr>
          <p:nvPr/>
        </p:nvGrpSpPr>
        <p:grpSpPr>
          <a:xfrm rot="0">
            <a:off x="6899910" y="2965450"/>
            <a:ext cx="4488815" cy="4356735"/>
            <a:chOff x="6899910" y="2965450"/>
            <a:chExt cx="4488815" cy="4356735"/>
          </a:xfrm>
        </p:grpSpPr>
        <p:sp>
          <p:nvSpPr>
            <p:cNvPr id="8" name="Rect 0"/>
            <p:cNvSpPr>
              <a:spLocks/>
            </p:cNvSpPr>
            <p:nvPr/>
          </p:nvSpPr>
          <p:spPr>
            <a:xfrm rot="0">
              <a:off x="6899910" y="2965450"/>
              <a:ext cx="4488815" cy="4356735"/>
            </a:xfrm>
            <a:custGeom>
              <a:gdLst>
                <a:gd fmla="*/ 93150 w 1445624" name="TX0"/>
                <a:gd fmla="*/ 0 h 1403062" name="TY0"/>
                <a:gd fmla="*/ 1352473 w 1445624" name="TX1"/>
                <a:gd fmla="*/ 0 h 1403062" name="TY1"/>
                <a:gd fmla="*/ 1418340 w 1445624" name="TX2"/>
                <a:gd fmla="*/ 27283 h 1403062" name="TY2"/>
                <a:gd fmla="*/ 1445623 w 1445624" name="TX3"/>
                <a:gd fmla="*/ 93150 h 1403062" name="TY3"/>
                <a:gd fmla="*/ 1445623 w 1445624" name="TX4"/>
                <a:gd fmla="*/ 1309911 h 1403062" name="TY4"/>
                <a:gd fmla="*/ 1418340 w 1445624" name="TX5"/>
                <a:gd fmla="*/ 1375778 h 1403062" name="TY5"/>
                <a:gd fmla="*/ 1352473 w 1445624" name="TX6"/>
                <a:gd fmla="*/ 1403061 h 1403062" name="TY6"/>
                <a:gd fmla="*/ 93150 w 1445624" name="TX7"/>
                <a:gd fmla="*/ 1403061 h 1403062" name="TY7"/>
                <a:gd fmla="*/ 27283 w 1445624" name="TX8"/>
                <a:gd fmla="*/ 1375778 h 1403062" name="TY8"/>
                <a:gd fmla="*/ 0 w 1445624" name="TX9"/>
                <a:gd fmla="*/ 1309911 h 1403062" name="TY9"/>
                <a:gd fmla="*/ 0 w 1445624" name="TX10"/>
                <a:gd fmla="*/ 93150 h 1403062" name="TY10"/>
                <a:gd fmla="*/ 27283 w 1445624" name="TX11"/>
                <a:gd fmla="*/ 27283 h 1403062" name="TY11"/>
                <a:gd fmla="*/ 93150 w 1445624" name="TX12"/>
                <a:gd fmla="*/ 0 h 1403062" name="TY12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</a:cxnLst>
              <a:rect l="l" t="t" r="r" b="b"/>
              <a:pathLst>
                <a:path w="1445624" h="1403062">
                  <a:moveTo>
                    <a:pt x="93150" y="0"/>
                  </a:moveTo>
                  <a:lnTo>
                    <a:pt x="1352473" y="0"/>
                  </a:lnTo>
                  <a:cubicBezTo>
                    <a:pt x="1377178" y="0"/>
                    <a:pt x="1400871" y="9814"/>
                    <a:pt x="1418340" y="27283"/>
                  </a:cubicBezTo>
                  <a:cubicBezTo>
                    <a:pt x="1435809" y="44752"/>
                    <a:pt x="1445623" y="68445"/>
                    <a:pt x="1445623" y="93150"/>
                  </a:cubicBezTo>
                  <a:lnTo>
                    <a:pt x="1445623" y="1309911"/>
                  </a:lnTo>
                  <a:cubicBezTo>
                    <a:pt x="1445623" y="1334616"/>
                    <a:pt x="1435809" y="1358309"/>
                    <a:pt x="1418340" y="1375778"/>
                  </a:cubicBezTo>
                  <a:cubicBezTo>
                    <a:pt x="1400871" y="1393247"/>
                    <a:pt x="1377178" y="1403061"/>
                    <a:pt x="1352473" y="1403061"/>
                  </a:cubicBezTo>
                  <a:lnTo>
                    <a:pt x="93150" y="1403061"/>
                  </a:lnTo>
                  <a:cubicBezTo>
                    <a:pt x="68445" y="1403061"/>
                    <a:pt x="44752" y="1393247"/>
                    <a:pt x="27283" y="1375778"/>
                  </a:cubicBezTo>
                  <a:cubicBezTo>
                    <a:pt x="9814" y="1358309"/>
                    <a:pt x="0" y="1334616"/>
                    <a:pt x="0" y="1309911"/>
                  </a:cubicBezTo>
                  <a:lnTo>
                    <a:pt x="0" y="93150"/>
                  </a:lnTo>
                  <a:cubicBezTo>
                    <a:pt x="0" y="68445"/>
                    <a:pt x="9814" y="44752"/>
                    <a:pt x="27283" y="27283"/>
                  </a:cubicBezTo>
                  <a:cubicBezTo>
                    <a:pt x="44752" y="9814"/>
                    <a:pt x="68445" y="0"/>
                    <a:pt x="93150" y="0"/>
                  </a:cubicBez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</p:grpSp>
      <p:grpSp>
        <p:nvGrpSpPr>
          <p:cNvPr id="9" name="Group 5"/>
          <p:cNvGrpSpPr>
            <a:grpSpLocks/>
          </p:cNvGrpSpPr>
          <p:nvPr/>
        </p:nvGrpSpPr>
        <p:grpSpPr>
          <a:xfrm rot="0">
            <a:off x="11730990" y="2965450"/>
            <a:ext cx="4488815" cy="4356735"/>
            <a:chOff x="11730990" y="2965450"/>
            <a:chExt cx="4488815" cy="4356735"/>
          </a:xfrm>
        </p:grpSpPr>
        <p:sp>
          <p:nvSpPr>
            <p:cNvPr id="10" name="Rect 0"/>
            <p:cNvSpPr>
              <a:spLocks/>
            </p:cNvSpPr>
            <p:nvPr/>
          </p:nvSpPr>
          <p:spPr>
            <a:xfrm rot="0">
              <a:off x="11730990" y="2965450"/>
              <a:ext cx="4488815" cy="4356735"/>
            </a:xfrm>
            <a:custGeom>
              <a:gdLst>
                <a:gd fmla="*/ 93150 w 1445624" name="TX0"/>
                <a:gd fmla="*/ 0 h 1403062" name="TY0"/>
                <a:gd fmla="*/ 1352473 w 1445624" name="TX1"/>
                <a:gd fmla="*/ 0 h 1403062" name="TY1"/>
                <a:gd fmla="*/ 1418340 w 1445624" name="TX2"/>
                <a:gd fmla="*/ 27283 h 1403062" name="TY2"/>
                <a:gd fmla="*/ 1445623 w 1445624" name="TX3"/>
                <a:gd fmla="*/ 93150 h 1403062" name="TY3"/>
                <a:gd fmla="*/ 1445623 w 1445624" name="TX4"/>
                <a:gd fmla="*/ 1309911 h 1403062" name="TY4"/>
                <a:gd fmla="*/ 1418340 w 1445624" name="TX5"/>
                <a:gd fmla="*/ 1375778 h 1403062" name="TY5"/>
                <a:gd fmla="*/ 1352473 w 1445624" name="TX6"/>
                <a:gd fmla="*/ 1403061 h 1403062" name="TY6"/>
                <a:gd fmla="*/ 93150 w 1445624" name="TX7"/>
                <a:gd fmla="*/ 1403061 h 1403062" name="TY7"/>
                <a:gd fmla="*/ 27283 w 1445624" name="TX8"/>
                <a:gd fmla="*/ 1375778 h 1403062" name="TY8"/>
                <a:gd fmla="*/ 0 w 1445624" name="TX9"/>
                <a:gd fmla="*/ 1309911 h 1403062" name="TY9"/>
                <a:gd fmla="*/ 0 w 1445624" name="TX10"/>
                <a:gd fmla="*/ 93150 h 1403062" name="TY10"/>
                <a:gd fmla="*/ 27283 w 1445624" name="TX11"/>
                <a:gd fmla="*/ 27283 h 1403062" name="TY11"/>
                <a:gd fmla="*/ 93150 w 1445624" name="TX12"/>
                <a:gd fmla="*/ 0 h 1403062" name="TY12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</a:cxnLst>
              <a:rect l="l" t="t" r="r" b="b"/>
              <a:pathLst>
                <a:path w="1445624" h="1403062">
                  <a:moveTo>
                    <a:pt x="93150" y="0"/>
                  </a:moveTo>
                  <a:lnTo>
                    <a:pt x="1352473" y="0"/>
                  </a:lnTo>
                  <a:cubicBezTo>
                    <a:pt x="1377178" y="0"/>
                    <a:pt x="1400871" y="9814"/>
                    <a:pt x="1418340" y="27283"/>
                  </a:cubicBezTo>
                  <a:cubicBezTo>
                    <a:pt x="1435809" y="44752"/>
                    <a:pt x="1445623" y="68445"/>
                    <a:pt x="1445623" y="93150"/>
                  </a:cubicBezTo>
                  <a:lnTo>
                    <a:pt x="1445623" y="1309911"/>
                  </a:lnTo>
                  <a:cubicBezTo>
                    <a:pt x="1445623" y="1334616"/>
                    <a:pt x="1435809" y="1358309"/>
                    <a:pt x="1418340" y="1375778"/>
                  </a:cubicBezTo>
                  <a:cubicBezTo>
                    <a:pt x="1400871" y="1393247"/>
                    <a:pt x="1377178" y="1403061"/>
                    <a:pt x="1352473" y="1403061"/>
                  </a:cubicBezTo>
                  <a:lnTo>
                    <a:pt x="93150" y="1403061"/>
                  </a:lnTo>
                  <a:cubicBezTo>
                    <a:pt x="68445" y="1403061"/>
                    <a:pt x="44752" y="1393247"/>
                    <a:pt x="27283" y="1375778"/>
                  </a:cubicBezTo>
                  <a:cubicBezTo>
                    <a:pt x="9814" y="1358309"/>
                    <a:pt x="0" y="1334616"/>
                    <a:pt x="0" y="1309911"/>
                  </a:cubicBezTo>
                  <a:lnTo>
                    <a:pt x="0" y="93150"/>
                  </a:lnTo>
                  <a:cubicBezTo>
                    <a:pt x="0" y="68445"/>
                    <a:pt x="9814" y="44752"/>
                    <a:pt x="27283" y="27283"/>
                  </a:cubicBezTo>
                  <a:cubicBezTo>
                    <a:pt x="44752" y="9814"/>
                    <a:pt x="68445" y="0"/>
                    <a:pt x="93150" y="0"/>
                  </a:cubicBez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</p:grpSp>
      <p:sp>
        <p:nvSpPr>
          <p:cNvPr id="11" name="Rect 0"/>
          <p:cNvSpPr txBox="1">
            <a:spLocks/>
          </p:cNvSpPr>
          <p:nvPr/>
        </p:nvSpPr>
        <p:spPr>
          <a:xfrm rot="0">
            <a:off x="6070600" y="748665"/>
            <a:ext cx="6147435" cy="818515"/>
          </a:xfrm>
          <a:prstGeom prst="rect"/>
        </p:spPr>
        <p:txBody>
          <a:bodyPr wrap="square" lIns="0" tIns="0" rIns="0" bIns="0" rtlCol="1" vert="horz" anchor="t">
            <a:sp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4600" spc="-340" b="0" strike="noStrike">
                <a:solidFill>
                  <a:srgbClr val="000000"/>
                </a:solidFill>
                <a:latin typeface="Noto Sans Kr Semi-Bold" charset="0"/>
                <a:ea typeface="Noto Sans Kr Semi-Bold" charset="0"/>
                <a:sym typeface="맑은 고딕" charset="0"/>
              </a:rPr>
              <a:t>트러</a:t>
            </a:r>
            <a:r>
              <a:rPr lang="ko-KR" sz="4600" spc="-340" b="0" strike="noStrike">
                <a:solidFill>
                  <a:srgbClr val="000000"/>
                </a:solidFill>
                <a:latin typeface="Noto Sans Kr Semi-Bold" charset="0"/>
                <a:ea typeface="Noto Sans Kr Semi-Bold" charset="0"/>
                <a:sym typeface="맑은 고딕" charset="0"/>
              </a:rPr>
              <a:t>블 </a:t>
            </a:r>
            <a:r>
              <a:rPr lang="ko-KR" sz="4600" spc="-340" b="0" strike="noStrike">
                <a:solidFill>
                  <a:srgbClr val="000000"/>
                </a:solidFill>
                <a:latin typeface="Noto Sans Kr Semi-Bold" charset="0"/>
                <a:ea typeface="Noto Sans Kr Semi-Bold" charset="0"/>
                <a:sym typeface="맑은 고딕" charset="0"/>
              </a:rPr>
              <a:t>슈</a:t>
            </a:r>
            <a:r>
              <a:rPr lang="ko-KR" sz="4600" spc="-340" b="0" strike="noStrike">
                <a:solidFill>
                  <a:srgbClr val="000000"/>
                </a:solidFill>
                <a:latin typeface="Noto Sans Kr Semi-Bold" charset="0"/>
                <a:ea typeface="Noto Sans Kr Semi-Bold" charset="0"/>
                <a:sym typeface="맑은 고딕" charset="0"/>
              </a:rPr>
              <a:t>팅</a:t>
            </a:r>
            <a:endParaRPr lang="ko-KR" altLang="en-US" sz="4600" b="0" strike="noStrike">
              <a:solidFill>
                <a:srgbClr val="000000"/>
              </a:solidFill>
              <a:latin typeface="Noto Sans Kr Semi-Bold" charset="0"/>
              <a:ea typeface="Noto Sans Kr Semi-Bold" charset="0"/>
              <a:sym typeface="맑은 고딕" charset="0"/>
            </a:endParaRPr>
          </a:p>
        </p:txBody>
      </p:sp>
      <p:grpSp>
        <p:nvGrpSpPr>
          <p:cNvPr id="12" name="Group 5"/>
          <p:cNvGrpSpPr>
            <a:grpSpLocks/>
          </p:cNvGrpSpPr>
          <p:nvPr/>
        </p:nvGrpSpPr>
        <p:grpSpPr>
          <a:xfrm rot="0">
            <a:off x="3541395" y="3970020"/>
            <a:ext cx="1543685" cy="614045"/>
            <a:chOff x="3541395" y="3970020"/>
            <a:chExt cx="1543685" cy="614045"/>
          </a:xfrm>
        </p:grpSpPr>
        <p:sp>
          <p:nvSpPr>
            <p:cNvPr id="13" name="Rect 0"/>
            <p:cNvSpPr>
              <a:spLocks/>
            </p:cNvSpPr>
            <p:nvPr/>
          </p:nvSpPr>
          <p:spPr>
            <a:xfrm rot="0">
              <a:off x="3541395" y="3970020"/>
              <a:ext cx="1543685" cy="614045"/>
            </a:xfrm>
            <a:custGeom>
              <a:gdLst>
                <a:gd fmla="*/ 80787 w 406401" name="TX0"/>
                <a:gd fmla="*/ 0 h 161574" name="TY0"/>
                <a:gd fmla="*/ 325613 w 406401" name="TX1"/>
                <a:gd fmla="*/ 0 h 161574" name="TY1"/>
                <a:gd fmla="*/ 382738 w 406401" name="TX2"/>
                <a:gd fmla="*/ 23662 h 161574" name="TY2"/>
                <a:gd fmla="*/ 406400 w 406401" name="TX3"/>
                <a:gd fmla="*/ 80787 h 161574" name="TY3"/>
                <a:gd fmla="*/ 406400 w 406401" name="TX4"/>
                <a:gd fmla="*/ 80787 h 161574" name="TY4"/>
                <a:gd fmla="*/ 325613 w 406401" name="TX5"/>
                <a:gd fmla="*/ 161573 h 161574" name="TY5"/>
                <a:gd fmla="*/ 80787 w 406401" name="TX6"/>
                <a:gd fmla="*/ 161573 h 161574" name="TY6"/>
                <a:gd fmla="*/ 23662 w 406401" name="TX7"/>
                <a:gd fmla="*/ 137911 h 161574" name="TY7"/>
                <a:gd fmla="*/ 0 w 406401" name="TX8"/>
                <a:gd fmla="*/ 80787 h 161574" name="TY8"/>
                <a:gd fmla="*/ 0 w 406401" name="TX9"/>
                <a:gd fmla="*/ 80787 h 161574" name="TY9"/>
                <a:gd fmla="*/ 23662 w 406401" name="TX10"/>
                <a:gd fmla="*/ 23662 h 161574" name="TY10"/>
                <a:gd fmla="*/ 80787 w 406401" name="TX11"/>
                <a:gd fmla="*/ 0 h 161574" name="TY11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</a:cxnLst>
              <a:rect l="l" t="t" r="r" b="b"/>
              <a:pathLst>
                <a:path w="406401" h="161574">
                  <a:moveTo>
                    <a:pt x="80787" y="0"/>
                  </a:moveTo>
                  <a:lnTo>
                    <a:pt x="325613" y="0"/>
                  </a:lnTo>
                  <a:cubicBezTo>
                    <a:pt x="347039" y="0"/>
                    <a:pt x="367588" y="8511"/>
                    <a:pt x="382738" y="23662"/>
                  </a:cubicBezTo>
                  <a:cubicBezTo>
                    <a:pt x="397889" y="38812"/>
                    <a:pt x="406400" y="59361"/>
                    <a:pt x="406400" y="80787"/>
                  </a:cubicBezTo>
                  <a:lnTo>
                    <a:pt x="406400" y="80787"/>
                  </a:lnTo>
                  <a:cubicBezTo>
                    <a:pt x="406400" y="125404"/>
                    <a:pt x="370231" y="161573"/>
                    <a:pt x="325613" y="161573"/>
                  </a:cubicBezTo>
                  <a:lnTo>
                    <a:pt x="80787" y="161573"/>
                  </a:lnTo>
                  <a:cubicBezTo>
                    <a:pt x="59361" y="161573"/>
                    <a:pt x="38812" y="153062"/>
                    <a:pt x="23662" y="137911"/>
                  </a:cubicBezTo>
                  <a:cubicBezTo>
                    <a:pt x="8511" y="122761"/>
                    <a:pt x="0" y="102213"/>
                    <a:pt x="0" y="80787"/>
                  </a:cubicBezTo>
                  <a:lnTo>
                    <a:pt x="0" y="80787"/>
                  </a:lnTo>
                  <a:cubicBezTo>
                    <a:pt x="0" y="59361"/>
                    <a:pt x="8511" y="38812"/>
                    <a:pt x="23662" y="23662"/>
                  </a:cubicBezTo>
                  <a:cubicBezTo>
                    <a:pt x="38812" y="8511"/>
                    <a:pt x="59361" y="0"/>
                    <a:pt x="80787" y="0"/>
                  </a:cubicBezTo>
                  <a:close/>
                </a:path>
              </a:pathLst>
            </a:custGeom>
            <a:solidFill>
              <a:srgbClr val="2855DE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  <p:sp>
          <p:nvSpPr>
            <p:cNvPr id="14" name="Rect 0"/>
            <p:cNvSpPr txBox="1">
              <a:spLocks/>
            </p:cNvSpPr>
            <p:nvPr/>
          </p:nvSpPr>
          <p:spPr>
            <a:xfrm rot="0">
              <a:off x="3541395" y="3825240"/>
              <a:ext cx="1543685" cy="758825"/>
            </a:xfrm>
            <a:prstGeom prst="rect"/>
          </p:spPr>
          <p:txBody>
            <a:bodyPr wrap="square" lIns="50800" tIns="50800" rIns="50800" bIns="50800" rtlCol="1" vert="horz" anchor="ctr">
              <a:noAutofit/>
            </a:bodyPr>
            <a:lstStyle/>
            <a:p>
              <a:pPr marL="0" indent="0" rtl="0" algn="ctr" defTabSz="914400" eaLnBrk="1" latinLnBrk="0" hangingPunct="1">
                <a:buFontTx/>
                <a:buNone/>
              </a:pPr>
              <a:r>
                <a:rPr lang="ko-KR" sz="2100">
                  <a:solidFill>
                    <a:srgbClr val="FFFFFF"/>
                  </a:solidFill>
                  <a:latin typeface="Inter Light" charset="0"/>
                  <a:ea typeface="Inter Light" charset="0"/>
                  <a:sym typeface="맑은 고딕" charset="0"/>
                </a:rPr>
                <a:t>문제 2</a:t>
              </a:r>
              <a:endParaRPr lang="ko-KR" altLang="en-US" sz="2100">
                <a:solidFill>
                  <a:srgbClr val="FFFFFF"/>
                </a:solidFill>
                <a:latin typeface="Inter Light" charset="0"/>
                <a:ea typeface="Inter Light" charset="0"/>
                <a:sym typeface="맑은 고딕" charset="0"/>
              </a:endParaRPr>
            </a:p>
          </p:txBody>
        </p:sp>
      </p:grpSp>
      <p:grpSp>
        <p:nvGrpSpPr>
          <p:cNvPr id="15" name="Group 5"/>
          <p:cNvGrpSpPr>
            <a:grpSpLocks/>
          </p:cNvGrpSpPr>
          <p:nvPr/>
        </p:nvGrpSpPr>
        <p:grpSpPr>
          <a:xfrm rot="0">
            <a:off x="8372475" y="3970020"/>
            <a:ext cx="1543685" cy="614045"/>
            <a:chOff x="8372475" y="3970020"/>
            <a:chExt cx="1543685" cy="614045"/>
          </a:xfrm>
        </p:grpSpPr>
        <p:sp>
          <p:nvSpPr>
            <p:cNvPr id="16" name="Rect 0"/>
            <p:cNvSpPr>
              <a:spLocks/>
            </p:cNvSpPr>
            <p:nvPr/>
          </p:nvSpPr>
          <p:spPr>
            <a:xfrm rot="0">
              <a:off x="8372475" y="3970020"/>
              <a:ext cx="1543685" cy="614045"/>
            </a:xfrm>
            <a:custGeom>
              <a:gdLst>
                <a:gd fmla="*/ 80787 w 406401" name="TX0"/>
                <a:gd fmla="*/ 0 h 161574" name="TY0"/>
                <a:gd fmla="*/ 325613 w 406401" name="TX1"/>
                <a:gd fmla="*/ 0 h 161574" name="TY1"/>
                <a:gd fmla="*/ 382738 w 406401" name="TX2"/>
                <a:gd fmla="*/ 23662 h 161574" name="TY2"/>
                <a:gd fmla="*/ 406400 w 406401" name="TX3"/>
                <a:gd fmla="*/ 80787 h 161574" name="TY3"/>
                <a:gd fmla="*/ 406400 w 406401" name="TX4"/>
                <a:gd fmla="*/ 80787 h 161574" name="TY4"/>
                <a:gd fmla="*/ 325613 w 406401" name="TX5"/>
                <a:gd fmla="*/ 161573 h 161574" name="TY5"/>
                <a:gd fmla="*/ 80787 w 406401" name="TX6"/>
                <a:gd fmla="*/ 161573 h 161574" name="TY6"/>
                <a:gd fmla="*/ 23662 w 406401" name="TX7"/>
                <a:gd fmla="*/ 137911 h 161574" name="TY7"/>
                <a:gd fmla="*/ 0 w 406401" name="TX8"/>
                <a:gd fmla="*/ 80787 h 161574" name="TY8"/>
                <a:gd fmla="*/ 0 w 406401" name="TX9"/>
                <a:gd fmla="*/ 80787 h 161574" name="TY9"/>
                <a:gd fmla="*/ 23662 w 406401" name="TX10"/>
                <a:gd fmla="*/ 23662 h 161574" name="TY10"/>
                <a:gd fmla="*/ 80787 w 406401" name="TX11"/>
                <a:gd fmla="*/ 0 h 161574" name="TY11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</a:cxnLst>
              <a:rect l="l" t="t" r="r" b="b"/>
              <a:pathLst>
                <a:path w="406401" h="161574">
                  <a:moveTo>
                    <a:pt x="80787" y="0"/>
                  </a:moveTo>
                  <a:lnTo>
                    <a:pt x="325613" y="0"/>
                  </a:lnTo>
                  <a:cubicBezTo>
                    <a:pt x="347039" y="0"/>
                    <a:pt x="367588" y="8511"/>
                    <a:pt x="382738" y="23662"/>
                  </a:cubicBezTo>
                  <a:cubicBezTo>
                    <a:pt x="397889" y="38812"/>
                    <a:pt x="406400" y="59361"/>
                    <a:pt x="406400" y="80787"/>
                  </a:cubicBezTo>
                  <a:lnTo>
                    <a:pt x="406400" y="80787"/>
                  </a:lnTo>
                  <a:cubicBezTo>
                    <a:pt x="406400" y="125404"/>
                    <a:pt x="370231" y="161573"/>
                    <a:pt x="325613" y="161573"/>
                  </a:cubicBezTo>
                  <a:lnTo>
                    <a:pt x="80787" y="161573"/>
                  </a:lnTo>
                  <a:cubicBezTo>
                    <a:pt x="59361" y="161573"/>
                    <a:pt x="38812" y="153062"/>
                    <a:pt x="23662" y="137911"/>
                  </a:cubicBezTo>
                  <a:cubicBezTo>
                    <a:pt x="8511" y="122761"/>
                    <a:pt x="0" y="102213"/>
                    <a:pt x="0" y="80787"/>
                  </a:cubicBezTo>
                  <a:lnTo>
                    <a:pt x="0" y="80787"/>
                  </a:lnTo>
                  <a:cubicBezTo>
                    <a:pt x="0" y="59361"/>
                    <a:pt x="8511" y="38812"/>
                    <a:pt x="23662" y="23662"/>
                  </a:cubicBezTo>
                  <a:cubicBezTo>
                    <a:pt x="38812" y="8511"/>
                    <a:pt x="59361" y="0"/>
                    <a:pt x="80787" y="0"/>
                  </a:cubicBezTo>
                  <a:close/>
                </a:path>
              </a:pathLst>
            </a:custGeom>
            <a:solidFill>
              <a:srgbClr val="2855DE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  <p:sp>
          <p:nvSpPr>
            <p:cNvPr id="17" name="Rect 0"/>
            <p:cNvSpPr txBox="1">
              <a:spLocks/>
            </p:cNvSpPr>
            <p:nvPr/>
          </p:nvSpPr>
          <p:spPr>
            <a:xfrm rot="0">
              <a:off x="8372475" y="3825240"/>
              <a:ext cx="1543685" cy="758825"/>
            </a:xfrm>
            <a:prstGeom prst="rect"/>
          </p:spPr>
          <p:txBody>
            <a:bodyPr wrap="square" lIns="50800" tIns="50800" rIns="50800" bIns="50800" rtlCol="1" vert="horz" anchor="ctr">
              <a:noAutofit/>
            </a:bodyPr>
            <a:lstStyle/>
            <a:p>
              <a:pPr marL="0" indent="0" rtl="0" algn="ctr" defTabSz="914400" eaLnBrk="1" latinLnBrk="0" hangingPunct="1">
                <a:buFontTx/>
                <a:buNone/>
              </a:pPr>
              <a:r>
                <a:rPr sz="2100">
                  <a:solidFill>
                    <a:srgbClr val="FFFFFF"/>
                  </a:solidFill>
                  <a:latin typeface="Inter Light" charset="0"/>
                  <a:ea typeface="Inter Light" charset="0"/>
                  <a:sym typeface="맑은 고딕" charset="0"/>
                </a:rPr>
                <a:t>원</a:t>
              </a:r>
              <a:r>
                <a:rPr lang="ko-KR" sz="2100">
                  <a:solidFill>
                    <a:srgbClr val="FFFFFF"/>
                  </a:solidFill>
                  <a:latin typeface="Inter Light" charset="0"/>
                  <a:ea typeface="Inter Light" charset="0"/>
                  <a:sym typeface="맑은 고딕" charset="0"/>
                </a:rPr>
                <a:t>인</a:t>
              </a:r>
              <a:endParaRPr lang="ko-KR" altLang="en-US" sz="2100">
                <a:solidFill>
                  <a:srgbClr val="FFFFFF"/>
                </a:solidFill>
                <a:latin typeface="Inter Light" charset="0"/>
                <a:ea typeface="Inter Light" charset="0"/>
                <a:sym typeface="맑은 고딕" charset="0"/>
              </a:endParaRPr>
            </a:p>
          </p:txBody>
        </p:sp>
      </p:grpSp>
      <p:grpSp>
        <p:nvGrpSpPr>
          <p:cNvPr id="18" name="Group 5"/>
          <p:cNvGrpSpPr>
            <a:grpSpLocks/>
          </p:cNvGrpSpPr>
          <p:nvPr/>
        </p:nvGrpSpPr>
        <p:grpSpPr>
          <a:xfrm rot="0">
            <a:off x="13201015" y="3970020"/>
            <a:ext cx="1543685" cy="614045"/>
            <a:chOff x="13201015" y="3970020"/>
            <a:chExt cx="1543685" cy="614045"/>
          </a:xfrm>
        </p:grpSpPr>
        <p:sp>
          <p:nvSpPr>
            <p:cNvPr id="19" name="Rect 0"/>
            <p:cNvSpPr>
              <a:spLocks/>
            </p:cNvSpPr>
            <p:nvPr/>
          </p:nvSpPr>
          <p:spPr>
            <a:xfrm rot="0">
              <a:off x="13201015" y="3970020"/>
              <a:ext cx="1543685" cy="614045"/>
            </a:xfrm>
            <a:custGeom>
              <a:gdLst>
                <a:gd fmla="*/ 80787 w 406401" name="TX0"/>
                <a:gd fmla="*/ 0 h 161574" name="TY0"/>
                <a:gd fmla="*/ 325613 w 406401" name="TX1"/>
                <a:gd fmla="*/ 0 h 161574" name="TY1"/>
                <a:gd fmla="*/ 382738 w 406401" name="TX2"/>
                <a:gd fmla="*/ 23662 h 161574" name="TY2"/>
                <a:gd fmla="*/ 406400 w 406401" name="TX3"/>
                <a:gd fmla="*/ 80787 h 161574" name="TY3"/>
                <a:gd fmla="*/ 406400 w 406401" name="TX4"/>
                <a:gd fmla="*/ 80787 h 161574" name="TY4"/>
                <a:gd fmla="*/ 325613 w 406401" name="TX5"/>
                <a:gd fmla="*/ 161573 h 161574" name="TY5"/>
                <a:gd fmla="*/ 80787 w 406401" name="TX6"/>
                <a:gd fmla="*/ 161573 h 161574" name="TY6"/>
                <a:gd fmla="*/ 23662 w 406401" name="TX7"/>
                <a:gd fmla="*/ 137911 h 161574" name="TY7"/>
                <a:gd fmla="*/ 0 w 406401" name="TX8"/>
                <a:gd fmla="*/ 80787 h 161574" name="TY8"/>
                <a:gd fmla="*/ 0 w 406401" name="TX9"/>
                <a:gd fmla="*/ 80787 h 161574" name="TY9"/>
                <a:gd fmla="*/ 23662 w 406401" name="TX10"/>
                <a:gd fmla="*/ 23662 h 161574" name="TY10"/>
                <a:gd fmla="*/ 80787 w 406401" name="TX11"/>
                <a:gd fmla="*/ 0 h 161574" name="TY11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</a:cxnLst>
              <a:rect l="l" t="t" r="r" b="b"/>
              <a:pathLst>
                <a:path w="406401" h="161574">
                  <a:moveTo>
                    <a:pt x="80787" y="0"/>
                  </a:moveTo>
                  <a:lnTo>
                    <a:pt x="325613" y="0"/>
                  </a:lnTo>
                  <a:cubicBezTo>
                    <a:pt x="347039" y="0"/>
                    <a:pt x="367588" y="8511"/>
                    <a:pt x="382738" y="23662"/>
                  </a:cubicBezTo>
                  <a:cubicBezTo>
                    <a:pt x="397889" y="38812"/>
                    <a:pt x="406400" y="59361"/>
                    <a:pt x="406400" y="80787"/>
                  </a:cubicBezTo>
                  <a:lnTo>
                    <a:pt x="406400" y="80787"/>
                  </a:lnTo>
                  <a:cubicBezTo>
                    <a:pt x="406400" y="125404"/>
                    <a:pt x="370231" y="161573"/>
                    <a:pt x="325613" y="161573"/>
                  </a:cubicBezTo>
                  <a:lnTo>
                    <a:pt x="80787" y="161573"/>
                  </a:lnTo>
                  <a:cubicBezTo>
                    <a:pt x="59361" y="161573"/>
                    <a:pt x="38812" y="153062"/>
                    <a:pt x="23662" y="137911"/>
                  </a:cubicBezTo>
                  <a:cubicBezTo>
                    <a:pt x="8511" y="122761"/>
                    <a:pt x="0" y="102213"/>
                    <a:pt x="0" y="80787"/>
                  </a:cubicBezTo>
                  <a:lnTo>
                    <a:pt x="0" y="80787"/>
                  </a:lnTo>
                  <a:cubicBezTo>
                    <a:pt x="0" y="59361"/>
                    <a:pt x="8511" y="38812"/>
                    <a:pt x="23662" y="23662"/>
                  </a:cubicBezTo>
                  <a:cubicBezTo>
                    <a:pt x="38812" y="8511"/>
                    <a:pt x="59361" y="0"/>
                    <a:pt x="80787" y="0"/>
                  </a:cubicBezTo>
                  <a:close/>
                </a:path>
              </a:pathLst>
            </a:custGeom>
            <a:solidFill>
              <a:srgbClr val="2855DE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  <p:sp>
          <p:nvSpPr>
            <p:cNvPr id="20" name="Rect 0"/>
            <p:cNvSpPr txBox="1">
              <a:spLocks/>
            </p:cNvSpPr>
            <p:nvPr/>
          </p:nvSpPr>
          <p:spPr>
            <a:xfrm rot="0">
              <a:off x="13201015" y="3825240"/>
              <a:ext cx="1543685" cy="758825"/>
            </a:xfrm>
            <a:prstGeom prst="rect"/>
          </p:spPr>
          <p:txBody>
            <a:bodyPr wrap="square" lIns="50800" tIns="50800" rIns="50800" bIns="50800" rtlCol="1" vert="horz" anchor="ctr">
              <a:noAutofit/>
            </a:bodyPr>
            <a:lstStyle/>
            <a:p>
              <a:pPr marL="0" indent="0" rtl="0" algn="ctr" defTabSz="914400" eaLnBrk="1" latinLnBrk="0" hangingPunct="1">
                <a:buFontTx/>
                <a:buNone/>
              </a:pPr>
              <a:r>
                <a:rPr sz="2100" b="0">
                  <a:solidFill>
                    <a:srgbClr val="FFFFFF"/>
                  </a:solidFill>
                  <a:latin typeface="Inter Medium" charset="0"/>
                  <a:ea typeface="Inter Medium" charset="0"/>
                  <a:sym typeface="맑은 고딕" charset="0"/>
                </a:rPr>
                <a:t>해</a:t>
              </a:r>
              <a:r>
                <a:rPr lang="ko-KR" sz="2100" b="0">
                  <a:solidFill>
                    <a:srgbClr val="FFFFFF"/>
                  </a:solidFill>
                  <a:latin typeface="Inter Medium" charset="0"/>
                  <a:ea typeface="Inter Medium" charset="0"/>
                  <a:sym typeface="맑은 고딕" charset="0"/>
                </a:rPr>
                <a:t>결</a:t>
              </a:r>
              <a:endParaRPr lang="ko-KR" altLang="en-US" sz="2100" b="0">
                <a:solidFill>
                  <a:srgbClr val="FFFFFF"/>
                </a:solidFill>
                <a:latin typeface="Inter Medium" charset="0"/>
                <a:ea typeface="Inter Medium" charset="0"/>
                <a:sym typeface="맑은 고딕" charset="0"/>
              </a:endParaRPr>
            </a:p>
          </p:txBody>
        </p:sp>
      </p:grpSp>
      <p:sp>
        <p:nvSpPr>
          <p:cNvPr id="21" name="Rect 0"/>
          <p:cNvSpPr txBox="1">
            <a:spLocks/>
          </p:cNvSpPr>
          <p:nvPr/>
        </p:nvSpPr>
        <p:spPr>
          <a:xfrm rot="0">
            <a:off x="7347585" y="5137150"/>
            <a:ext cx="3594100" cy="1717675"/>
          </a:xfrm>
          <a:prstGeom prst="rect"/>
        </p:spPr>
        <p:txBody>
          <a:bodyPr wrap="square" lIns="0" tIns="0" rIns="0" bIns="0" rtlCol="1" vert="horz" anchor="t">
            <a:sp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C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SS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의 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done 클래스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가 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정의되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지 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않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아 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취소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선 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스타일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이 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적용되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지 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않았습니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다.</a:t>
            </a:r>
            <a:endParaRPr lang="ko-KR" altLang="en-US" sz="2600" strike="noStrike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 rot="0">
            <a:off x="2708910" y="5071745"/>
            <a:ext cx="3313430" cy="1288415"/>
          </a:xfrm>
          <a:prstGeom prst="rect"/>
        </p:spPr>
        <p:txBody>
          <a:bodyPr wrap="square" lIns="0" tIns="0" rIns="0" bIns="0" rtlCol="1" vert="horz" anchor="t">
            <a:sp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완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료 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버튼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을 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눌러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도 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화면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에 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변화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가 나타나지 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않았습니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다.</a:t>
            </a:r>
            <a:endParaRPr lang="ko-KR" altLang="en-US" sz="2600" strike="noStrike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</p:txBody>
      </p:sp>
      <p:sp>
        <p:nvSpPr>
          <p:cNvPr id="23" name="Rect 0"/>
          <p:cNvSpPr txBox="1">
            <a:spLocks/>
          </p:cNvSpPr>
          <p:nvPr/>
        </p:nvSpPr>
        <p:spPr>
          <a:xfrm rot="0">
            <a:off x="12197715" y="5137150"/>
            <a:ext cx="3550285" cy="1288415"/>
          </a:xfrm>
          <a:prstGeom prst="rect"/>
        </p:spPr>
        <p:txBody>
          <a:bodyPr wrap="square" lIns="0" tIns="0" rIns="0" bIns="0" rtlCol="1" vert="horz" anchor="t">
            <a:sp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.d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one 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클래스를 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추가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해 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취소선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과 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색상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이 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적용되도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록 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수정했습니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다.</a:t>
            </a:r>
            <a:endParaRPr lang="ko-KR" altLang="en-US" sz="2600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</p:txBody>
      </p:sp>
      <p:cxnSp>
        <p:nvCxnSpPr>
          <p:cNvPr id="28" name="Rect 0"/>
          <p:cNvCxnSpPr/>
          <p:nvPr/>
        </p:nvCxnSpPr>
        <p:spPr>
          <a:xfrm rot="0">
            <a:off x="1028700" y="1953895"/>
            <a:ext cx="16231235" cy="635"/>
          </a:xfrm>
          <a:prstGeom prst="line"/>
          <a:ln w="28575" cap="rnd" cmpd="sng">
            <a:solidFill>
              <a:srgbClr val="2855DE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>
          <a:xfrm rot="0">
            <a:off x="361950" y="361950"/>
            <a:ext cx="17564735" cy="9563735"/>
            <a:chOff x="361950" y="361950"/>
            <a:chExt cx="17564735" cy="9563735"/>
          </a:xfrm>
        </p:grpSpPr>
        <p:sp>
          <p:nvSpPr>
            <p:cNvPr id="3" name="Rect 0"/>
            <p:cNvSpPr>
              <a:spLocks/>
            </p:cNvSpPr>
            <p:nvPr/>
          </p:nvSpPr>
          <p:spPr>
            <a:xfrm rot="0">
              <a:off x="361950" y="361950"/>
              <a:ext cx="17564735" cy="9563735"/>
            </a:xfrm>
            <a:custGeom>
              <a:gdLst>
                <a:gd fmla="*/ 15427 w 4561452" name="TX0"/>
                <a:gd fmla="*/ 0 h 2483567" name="TY0"/>
                <a:gd fmla="*/ 4546023 w 4561452" name="TX1"/>
                <a:gd fmla="*/ 0 h 2483567" name="TY1"/>
                <a:gd fmla="*/ 4556932 w 4561452" name="TX2"/>
                <a:gd fmla="*/ 4519 h 2483567" name="TY2"/>
                <a:gd fmla="*/ 4561451 w 4561452" name="TX3"/>
                <a:gd fmla="*/ 15427 h 2483567" name="TY3"/>
                <a:gd fmla="*/ 4561451 w 4561452" name="TX4"/>
                <a:gd fmla="*/ 2468139 h 2483567" name="TY4"/>
                <a:gd fmla="*/ 4556932 w 4561452" name="TX5"/>
                <a:gd fmla="*/ 2479048 h 2483567" name="TY5"/>
                <a:gd fmla="*/ 4546023 w 4561452" name="TX6"/>
                <a:gd fmla="*/ 2483566 h 2483567" name="TY6"/>
                <a:gd fmla="*/ 15427 w 4561452" name="TX7"/>
                <a:gd fmla="*/ 2483566 h 2483567" name="TY7"/>
                <a:gd fmla="*/ 4519 w 4561452" name="TX8"/>
                <a:gd fmla="*/ 2479048 h 2483567" name="TY8"/>
                <a:gd fmla="*/ 0 w 4561452" name="TX9"/>
                <a:gd fmla="*/ 2468139 h 2483567" name="TY9"/>
                <a:gd fmla="*/ 0 w 4561452" name="TX10"/>
                <a:gd fmla="*/ 15427 h 2483567" name="TY10"/>
                <a:gd fmla="*/ 4519 w 4561452" name="TX11"/>
                <a:gd fmla="*/ 4519 h 2483567" name="TY11"/>
                <a:gd fmla="*/ 15427 w 4561452" name="TX12"/>
                <a:gd fmla="*/ 0 h 2483567" name="TY12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</a:cxnLst>
              <a:rect l="l" t="t" r="r" b="b"/>
              <a:pathLst>
                <a:path w="4561452" h="2483567">
                  <a:moveTo>
                    <a:pt x="15427" y="0"/>
                  </a:moveTo>
                  <a:lnTo>
                    <a:pt x="4546023" y="0"/>
                  </a:lnTo>
                  <a:cubicBezTo>
                    <a:pt x="4550115" y="0"/>
                    <a:pt x="4554039" y="1625"/>
                    <a:pt x="4556932" y="4519"/>
                  </a:cubicBezTo>
                  <a:cubicBezTo>
                    <a:pt x="4559825" y="7412"/>
                    <a:pt x="4561451" y="11336"/>
                    <a:pt x="4561451" y="15427"/>
                  </a:cubicBezTo>
                  <a:lnTo>
                    <a:pt x="4561451" y="2468139"/>
                  </a:lnTo>
                  <a:cubicBezTo>
                    <a:pt x="4561451" y="2472231"/>
                    <a:pt x="4559825" y="2476155"/>
                    <a:pt x="4556932" y="2479048"/>
                  </a:cubicBezTo>
                  <a:cubicBezTo>
                    <a:pt x="4554039" y="2481941"/>
                    <a:pt x="4550115" y="2483566"/>
                    <a:pt x="4546023" y="2483566"/>
                  </a:cubicBezTo>
                  <a:lnTo>
                    <a:pt x="15427" y="2483566"/>
                  </a:lnTo>
                  <a:cubicBezTo>
                    <a:pt x="11336" y="2483566"/>
                    <a:pt x="7412" y="2481941"/>
                    <a:pt x="4519" y="2479048"/>
                  </a:cubicBezTo>
                  <a:cubicBezTo>
                    <a:pt x="1625" y="2476155"/>
                    <a:pt x="0" y="2472231"/>
                    <a:pt x="0" y="2468139"/>
                  </a:cubicBezTo>
                  <a:lnTo>
                    <a:pt x="0" y="15427"/>
                  </a:lnTo>
                  <a:cubicBezTo>
                    <a:pt x="0" y="11336"/>
                    <a:pt x="1625" y="7412"/>
                    <a:pt x="4519" y="4519"/>
                  </a:cubicBezTo>
                  <a:cubicBezTo>
                    <a:pt x="7412" y="1625"/>
                    <a:pt x="11336" y="0"/>
                    <a:pt x="1542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  <p:sp>
          <p:nvSpPr>
            <p:cNvPr id="4" name="Rect 0"/>
            <p:cNvSpPr txBox="1">
              <a:spLocks/>
            </p:cNvSpPr>
            <p:nvPr/>
          </p:nvSpPr>
          <p:spPr>
            <a:xfrm rot="0">
              <a:off x="361950" y="288290"/>
              <a:ext cx="17564735" cy="9637395"/>
            </a:xfrm>
            <a:prstGeom prst="rect"/>
          </p:spPr>
          <p:txBody>
            <a:bodyPr wrap="square" lIns="50800" tIns="50800" rIns="50800" bIns="50800" rtlCol="1" vert="horz" anchor="ctr">
              <a:noAutofit/>
            </a:bodyPr>
            <a:lstStyle/>
            <a:p>
              <a:pPr marL="0" indent="0" rtl="0" algn="ctr" defTabSz="914400" eaLnBrk="1" latinLnBrk="0" hangingPunct="1">
                <a:buFontTx/>
                <a:buNone/>
              </a:pPr>
              <a:endParaRPr lang="ko-KR" altLang="en-US" sz="1800">
                <a:solidFill>
                  <a:schemeClr val="tx1"/>
                </a:solidFill>
                <a:latin typeface="Calibri" charset="0"/>
                <a:ea typeface="맑은 고딕" charset="0"/>
                <a:sym typeface="맑은 고딕" charset="0"/>
              </a:endParaRPr>
            </a:p>
          </p:txBody>
        </p:sp>
      </p:grpSp>
      <p:grpSp>
        <p:nvGrpSpPr>
          <p:cNvPr id="5" name="Group 5"/>
          <p:cNvGrpSpPr>
            <a:grpSpLocks/>
          </p:cNvGrpSpPr>
          <p:nvPr/>
        </p:nvGrpSpPr>
        <p:grpSpPr>
          <a:xfrm rot="0">
            <a:off x="2068830" y="2965450"/>
            <a:ext cx="4488815" cy="4356735"/>
            <a:chOff x="2068830" y="2965450"/>
            <a:chExt cx="4488815" cy="4356735"/>
          </a:xfrm>
        </p:grpSpPr>
        <p:sp>
          <p:nvSpPr>
            <p:cNvPr id="6" name="Rect 0"/>
            <p:cNvSpPr>
              <a:spLocks/>
            </p:cNvSpPr>
            <p:nvPr/>
          </p:nvSpPr>
          <p:spPr>
            <a:xfrm rot="0">
              <a:off x="2068830" y="2965450"/>
              <a:ext cx="4488815" cy="4356735"/>
            </a:xfrm>
            <a:custGeom>
              <a:gdLst>
                <a:gd fmla="*/ 93150 w 1445624" name="TX0"/>
                <a:gd fmla="*/ 0 h 1403062" name="TY0"/>
                <a:gd fmla="*/ 1352473 w 1445624" name="TX1"/>
                <a:gd fmla="*/ 0 h 1403062" name="TY1"/>
                <a:gd fmla="*/ 1418340 w 1445624" name="TX2"/>
                <a:gd fmla="*/ 27283 h 1403062" name="TY2"/>
                <a:gd fmla="*/ 1445623 w 1445624" name="TX3"/>
                <a:gd fmla="*/ 93150 h 1403062" name="TY3"/>
                <a:gd fmla="*/ 1445623 w 1445624" name="TX4"/>
                <a:gd fmla="*/ 1309911 h 1403062" name="TY4"/>
                <a:gd fmla="*/ 1418340 w 1445624" name="TX5"/>
                <a:gd fmla="*/ 1375778 h 1403062" name="TY5"/>
                <a:gd fmla="*/ 1352473 w 1445624" name="TX6"/>
                <a:gd fmla="*/ 1403061 h 1403062" name="TY6"/>
                <a:gd fmla="*/ 93150 w 1445624" name="TX7"/>
                <a:gd fmla="*/ 1403061 h 1403062" name="TY7"/>
                <a:gd fmla="*/ 27283 w 1445624" name="TX8"/>
                <a:gd fmla="*/ 1375778 h 1403062" name="TY8"/>
                <a:gd fmla="*/ 0 w 1445624" name="TX9"/>
                <a:gd fmla="*/ 1309911 h 1403062" name="TY9"/>
                <a:gd fmla="*/ 0 w 1445624" name="TX10"/>
                <a:gd fmla="*/ 93150 h 1403062" name="TY10"/>
                <a:gd fmla="*/ 27283 w 1445624" name="TX11"/>
                <a:gd fmla="*/ 27283 h 1403062" name="TY11"/>
                <a:gd fmla="*/ 93150 w 1445624" name="TX12"/>
                <a:gd fmla="*/ 0 h 1403062" name="TY12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</a:cxnLst>
              <a:rect l="l" t="t" r="r" b="b"/>
              <a:pathLst>
                <a:path w="1445624" h="1403062">
                  <a:moveTo>
                    <a:pt x="93150" y="0"/>
                  </a:moveTo>
                  <a:lnTo>
                    <a:pt x="1352473" y="0"/>
                  </a:lnTo>
                  <a:cubicBezTo>
                    <a:pt x="1377178" y="0"/>
                    <a:pt x="1400871" y="9814"/>
                    <a:pt x="1418340" y="27283"/>
                  </a:cubicBezTo>
                  <a:cubicBezTo>
                    <a:pt x="1435809" y="44752"/>
                    <a:pt x="1445623" y="68445"/>
                    <a:pt x="1445623" y="93150"/>
                  </a:cubicBezTo>
                  <a:lnTo>
                    <a:pt x="1445623" y="1309911"/>
                  </a:lnTo>
                  <a:cubicBezTo>
                    <a:pt x="1445623" y="1334616"/>
                    <a:pt x="1435809" y="1358309"/>
                    <a:pt x="1418340" y="1375778"/>
                  </a:cubicBezTo>
                  <a:cubicBezTo>
                    <a:pt x="1400871" y="1393247"/>
                    <a:pt x="1377178" y="1403061"/>
                    <a:pt x="1352473" y="1403061"/>
                  </a:cubicBezTo>
                  <a:lnTo>
                    <a:pt x="93150" y="1403061"/>
                  </a:lnTo>
                  <a:cubicBezTo>
                    <a:pt x="68445" y="1403061"/>
                    <a:pt x="44752" y="1393247"/>
                    <a:pt x="27283" y="1375778"/>
                  </a:cubicBezTo>
                  <a:cubicBezTo>
                    <a:pt x="9814" y="1358309"/>
                    <a:pt x="0" y="1334616"/>
                    <a:pt x="0" y="1309911"/>
                  </a:cubicBezTo>
                  <a:lnTo>
                    <a:pt x="0" y="93150"/>
                  </a:lnTo>
                  <a:cubicBezTo>
                    <a:pt x="0" y="68445"/>
                    <a:pt x="9814" y="44752"/>
                    <a:pt x="27283" y="27283"/>
                  </a:cubicBezTo>
                  <a:cubicBezTo>
                    <a:pt x="44752" y="9814"/>
                    <a:pt x="68445" y="0"/>
                    <a:pt x="93150" y="0"/>
                  </a:cubicBez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</p:grpSp>
      <p:grpSp>
        <p:nvGrpSpPr>
          <p:cNvPr id="7" name="Group 5"/>
          <p:cNvGrpSpPr>
            <a:grpSpLocks/>
          </p:cNvGrpSpPr>
          <p:nvPr/>
        </p:nvGrpSpPr>
        <p:grpSpPr>
          <a:xfrm rot="0">
            <a:off x="6899910" y="2965450"/>
            <a:ext cx="4488815" cy="4356735"/>
            <a:chOff x="6899910" y="2965450"/>
            <a:chExt cx="4488815" cy="4356735"/>
          </a:xfrm>
        </p:grpSpPr>
        <p:sp>
          <p:nvSpPr>
            <p:cNvPr id="8" name="Rect 0"/>
            <p:cNvSpPr>
              <a:spLocks/>
            </p:cNvSpPr>
            <p:nvPr/>
          </p:nvSpPr>
          <p:spPr>
            <a:xfrm rot="0">
              <a:off x="6899910" y="2965450"/>
              <a:ext cx="4488815" cy="4356735"/>
            </a:xfrm>
            <a:custGeom>
              <a:gdLst>
                <a:gd fmla="*/ 93150 w 1445624" name="TX0"/>
                <a:gd fmla="*/ 0 h 1403062" name="TY0"/>
                <a:gd fmla="*/ 1352473 w 1445624" name="TX1"/>
                <a:gd fmla="*/ 0 h 1403062" name="TY1"/>
                <a:gd fmla="*/ 1418340 w 1445624" name="TX2"/>
                <a:gd fmla="*/ 27283 h 1403062" name="TY2"/>
                <a:gd fmla="*/ 1445623 w 1445624" name="TX3"/>
                <a:gd fmla="*/ 93150 h 1403062" name="TY3"/>
                <a:gd fmla="*/ 1445623 w 1445624" name="TX4"/>
                <a:gd fmla="*/ 1309911 h 1403062" name="TY4"/>
                <a:gd fmla="*/ 1418340 w 1445624" name="TX5"/>
                <a:gd fmla="*/ 1375778 h 1403062" name="TY5"/>
                <a:gd fmla="*/ 1352473 w 1445624" name="TX6"/>
                <a:gd fmla="*/ 1403061 h 1403062" name="TY6"/>
                <a:gd fmla="*/ 93150 w 1445624" name="TX7"/>
                <a:gd fmla="*/ 1403061 h 1403062" name="TY7"/>
                <a:gd fmla="*/ 27283 w 1445624" name="TX8"/>
                <a:gd fmla="*/ 1375778 h 1403062" name="TY8"/>
                <a:gd fmla="*/ 0 w 1445624" name="TX9"/>
                <a:gd fmla="*/ 1309911 h 1403062" name="TY9"/>
                <a:gd fmla="*/ 0 w 1445624" name="TX10"/>
                <a:gd fmla="*/ 93150 h 1403062" name="TY10"/>
                <a:gd fmla="*/ 27283 w 1445624" name="TX11"/>
                <a:gd fmla="*/ 27283 h 1403062" name="TY11"/>
                <a:gd fmla="*/ 93150 w 1445624" name="TX12"/>
                <a:gd fmla="*/ 0 h 1403062" name="TY12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</a:cxnLst>
              <a:rect l="l" t="t" r="r" b="b"/>
              <a:pathLst>
                <a:path w="1445624" h="1403062">
                  <a:moveTo>
                    <a:pt x="93150" y="0"/>
                  </a:moveTo>
                  <a:lnTo>
                    <a:pt x="1352473" y="0"/>
                  </a:lnTo>
                  <a:cubicBezTo>
                    <a:pt x="1377178" y="0"/>
                    <a:pt x="1400871" y="9814"/>
                    <a:pt x="1418340" y="27283"/>
                  </a:cubicBezTo>
                  <a:cubicBezTo>
                    <a:pt x="1435809" y="44752"/>
                    <a:pt x="1445623" y="68445"/>
                    <a:pt x="1445623" y="93150"/>
                  </a:cubicBezTo>
                  <a:lnTo>
                    <a:pt x="1445623" y="1309911"/>
                  </a:lnTo>
                  <a:cubicBezTo>
                    <a:pt x="1445623" y="1334616"/>
                    <a:pt x="1435809" y="1358309"/>
                    <a:pt x="1418340" y="1375778"/>
                  </a:cubicBezTo>
                  <a:cubicBezTo>
                    <a:pt x="1400871" y="1393247"/>
                    <a:pt x="1377178" y="1403061"/>
                    <a:pt x="1352473" y="1403061"/>
                  </a:cubicBezTo>
                  <a:lnTo>
                    <a:pt x="93150" y="1403061"/>
                  </a:lnTo>
                  <a:cubicBezTo>
                    <a:pt x="68445" y="1403061"/>
                    <a:pt x="44752" y="1393247"/>
                    <a:pt x="27283" y="1375778"/>
                  </a:cubicBezTo>
                  <a:cubicBezTo>
                    <a:pt x="9814" y="1358309"/>
                    <a:pt x="0" y="1334616"/>
                    <a:pt x="0" y="1309911"/>
                  </a:cubicBezTo>
                  <a:lnTo>
                    <a:pt x="0" y="93150"/>
                  </a:lnTo>
                  <a:cubicBezTo>
                    <a:pt x="0" y="68445"/>
                    <a:pt x="9814" y="44752"/>
                    <a:pt x="27283" y="27283"/>
                  </a:cubicBezTo>
                  <a:cubicBezTo>
                    <a:pt x="44752" y="9814"/>
                    <a:pt x="68445" y="0"/>
                    <a:pt x="93150" y="0"/>
                  </a:cubicBez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</p:grpSp>
      <p:grpSp>
        <p:nvGrpSpPr>
          <p:cNvPr id="9" name="Group 5"/>
          <p:cNvGrpSpPr>
            <a:grpSpLocks/>
          </p:cNvGrpSpPr>
          <p:nvPr/>
        </p:nvGrpSpPr>
        <p:grpSpPr>
          <a:xfrm rot="0">
            <a:off x="11730990" y="2965450"/>
            <a:ext cx="4488815" cy="4356735"/>
            <a:chOff x="11730990" y="2965450"/>
            <a:chExt cx="4488815" cy="4356735"/>
          </a:xfrm>
        </p:grpSpPr>
        <p:sp>
          <p:nvSpPr>
            <p:cNvPr id="10" name="Rect 0"/>
            <p:cNvSpPr>
              <a:spLocks/>
            </p:cNvSpPr>
            <p:nvPr/>
          </p:nvSpPr>
          <p:spPr>
            <a:xfrm rot="0">
              <a:off x="11730990" y="2965450"/>
              <a:ext cx="4488815" cy="4356735"/>
            </a:xfrm>
            <a:custGeom>
              <a:gdLst>
                <a:gd fmla="*/ 93150 w 1445624" name="TX0"/>
                <a:gd fmla="*/ 0 h 1403062" name="TY0"/>
                <a:gd fmla="*/ 1352473 w 1445624" name="TX1"/>
                <a:gd fmla="*/ 0 h 1403062" name="TY1"/>
                <a:gd fmla="*/ 1418340 w 1445624" name="TX2"/>
                <a:gd fmla="*/ 27283 h 1403062" name="TY2"/>
                <a:gd fmla="*/ 1445623 w 1445624" name="TX3"/>
                <a:gd fmla="*/ 93150 h 1403062" name="TY3"/>
                <a:gd fmla="*/ 1445623 w 1445624" name="TX4"/>
                <a:gd fmla="*/ 1309911 h 1403062" name="TY4"/>
                <a:gd fmla="*/ 1418340 w 1445624" name="TX5"/>
                <a:gd fmla="*/ 1375778 h 1403062" name="TY5"/>
                <a:gd fmla="*/ 1352473 w 1445624" name="TX6"/>
                <a:gd fmla="*/ 1403061 h 1403062" name="TY6"/>
                <a:gd fmla="*/ 93150 w 1445624" name="TX7"/>
                <a:gd fmla="*/ 1403061 h 1403062" name="TY7"/>
                <a:gd fmla="*/ 27283 w 1445624" name="TX8"/>
                <a:gd fmla="*/ 1375778 h 1403062" name="TY8"/>
                <a:gd fmla="*/ 0 w 1445624" name="TX9"/>
                <a:gd fmla="*/ 1309911 h 1403062" name="TY9"/>
                <a:gd fmla="*/ 0 w 1445624" name="TX10"/>
                <a:gd fmla="*/ 93150 h 1403062" name="TY10"/>
                <a:gd fmla="*/ 27283 w 1445624" name="TX11"/>
                <a:gd fmla="*/ 27283 h 1403062" name="TY11"/>
                <a:gd fmla="*/ 93150 w 1445624" name="TX12"/>
                <a:gd fmla="*/ 0 h 1403062" name="TY12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</a:cxnLst>
              <a:rect l="l" t="t" r="r" b="b"/>
              <a:pathLst>
                <a:path w="1445624" h="1403062">
                  <a:moveTo>
                    <a:pt x="93150" y="0"/>
                  </a:moveTo>
                  <a:lnTo>
                    <a:pt x="1352473" y="0"/>
                  </a:lnTo>
                  <a:cubicBezTo>
                    <a:pt x="1377178" y="0"/>
                    <a:pt x="1400871" y="9814"/>
                    <a:pt x="1418340" y="27283"/>
                  </a:cubicBezTo>
                  <a:cubicBezTo>
                    <a:pt x="1435809" y="44752"/>
                    <a:pt x="1445623" y="68445"/>
                    <a:pt x="1445623" y="93150"/>
                  </a:cubicBezTo>
                  <a:lnTo>
                    <a:pt x="1445623" y="1309911"/>
                  </a:lnTo>
                  <a:cubicBezTo>
                    <a:pt x="1445623" y="1334616"/>
                    <a:pt x="1435809" y="1358309"/>
                    <a:pt x="1418340" y="1375778"/>
                  </a:cubicBezTo>
                  <a:cubicBezTo>
                    <a:pt x="1400871" y="1393247"/>
                    <a:pt x="1377178" y="1403061"/>
                    <a:pt x="1352473" y="1403061"/>
                  </a:cubicBezTo>
                  <a:lnTo>
                    <a:pt x="93150" y="1403061"/>
                  </a:lnTo>
                  <a:cubicBezTo>
                    <a:pt x="68445" y="1403061"/>
                    <a:pt x="44752" y="1393247"/>
                    <a:pt x="27283" y="1375778"/>
                  </a:cubicBezTo>
                  <a:cubicBezTo>
                    <a:pt x="9814" y="1358309"/>
                    <a:pt x="0" y="1334616"/>
                    <a:pt x="0" y="1309911"/>
                  </a:cubicBezTo>
                  <a:lnTo>
                    <a:pt x="0" y="93150"/>
                  </a:lnTo>
                  <a:cubicBezTo>
                    <a:pt x="0" y="68445"/>
                    <a:pt x="9814" y="44752"/>
                    <a:pt x="27283" y="27283"/>
                  </a:cubicBezTo>
                  <a:cubicBezTo>
                    <a:pt x="44752" y="9814"/>
                    <a:pt x="68445" y="0"/>
                    <a:pt x="93150" y="0"/>
                  </a:cubicBez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</p:grpSp>
      <p:sp>
        <p:nvSpPr>
          <p:cNvPr id="11" name="Rect 0"/>
          <p:cNvSpPr txBox="1">
            <a:spLocks/>
          </p:cNvSpPr>
          <p:nvPr/>
        </p:nvSpPr>
        <p:spPr>
          <a:xfrm rot="0">
            <a:off x="6070600" y="748665"/>
            <a:ext cx="6147435" cy="818515"/>
          </a:xfrm>
          <a:prstGeom prst="rect"/>
        </p:spPr>
        <p:txBody>
          <a:bodyPr wrap="square" lIns="0" tIns="0" rIns="0" bIns="0" rtlCol="1" vert="horz" anchor="t">
            <a:sp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4600" spc="-340" b="0" strike="noStrike">
                <a:solidFill>
                  <a:srgbClr val="000000"/>
                </a:solidFill>
                <a:latin typeface="Noto Sans Kr Semi-Bold" charset="0"/>
                <a:ea typeface="Noto Sans Kr Semi-Bold" charset="0"/>
                <a:sym typeface="맑은 고딕" charset="0"/>
              </a:rPr>
              <a:t>트러</a:t>
            </a:r>
            <a:r>
              <a:rPr lang="ko-KR" sz="4600" spc="-340" b="0" strike="noStrike">
                <a:solidFill>
                  <a:srgbClr val="000000"/>
                </a:solidFill>
                <a:latin typeface="Noto Sans Kr Semi-Bold" charset="0"/>
                <a:ea typeface="Noto Sans Kr Semi-Bold" charset="0"/>
                <a:sym typeface="맑은 고딕" charset="0"/>
              </a:rPr>
              <a:t>블 </a:t>
            </a:r>
            <a:r>
              <a:rPr lang="ko-KR" sz="4600" spc="-340" b="0" strike="noStrike">
                <a:solidFill>
                  <a:srgbClr val="000000"/>
                </a:solidFill>
                <a:latin typeface="Noto Sans Kr Semi-Bold" charset="0"/>
                <a:ea typeface="Noto Sans Kr Semi-Bold" charset="0"/>
                <a:sym typeface="맑은 고딕" charset="0"/>
              </a:rPr>
              <a:t>슈</a:t>
            </a:r>
            <a:r>
              <a:rPr lang="ko-KR" sz="4600" spc="-340" b="0" strike="noStrike">
                <a:solidFill>
                  <a:srgbClr val="000000"/>
                </a:solidFill>
                <a:latin typeface="Noto Sans Kr Semi-Bold" charset="0"/>
                <a:ea typeface="Noto Sans Kr Semi-Bold" charset="0"/>
                <a:sym typeface="맑은 고딕" charset="0"/>
              </a:rPr>
              <a:t>팅</a:t>
            </a:r>
            <a:endParaRPr lang="ko-KR" altLang="en-US" sz="4600" b="0" strike="noStrike">
              <a:solidFill>
                <a:srgbClr val="000000"/>
              </a:solidFill>
              <a:latin typeface="Noto Sans Kr Semi-Bold" charset="0"/>
              <a:ea typeface="Noto Sans Kr Semi-Bold" charset="0"/>
              <a:sym typeface="맑은 고딕" charset="0"/>
            </a:endParaRPr>
          </a:p>
        </p:txBody>
      </p:sp>
      <p:grpSp>
        <p:nvGrpSpPr>
          <p:cNvPr id="12" name="Group 5"/>
          <p:cNvGrpSpPr>
            <a:grpSpLocks/>
          </p:cNvGrpSpPr>
          <p:nvPr/>
        </p:nvGrpSpPr>
        <p:grpSpPr>
          <a:xfrm rot="0">
            <a:off x="3541395" y="3970020"/>
            <a:ext cx="1543685" cy="614045"/>
            <a:chOff x="3541395" y="3970020"/>
            <a:chExt cx="1543685" cy="614045"/>
          </a:xfrm>
        </p:grpSpPr>
        <p:sp>
          <p:nvSpPr>
            <p:cNvPr id="13" name="Rect 0"/>
            <p:cNvSpPr>
              <a:spLocks/>
            </p:cNvSpPr>
            <p:nvPr/>
          </p:nvSpPr>
          <p:spPr>
            <a:xfrm rot="0">
              <a:off x="3541395" y="3970020"/>
              <a:ext cx="1543685" cy="614045"/>
            </a:xfrm>
            <a:custGeom>
              <a:gdLst>
                <a:gd fmla="*/ 80787 w 406401" name="TX0"/>
                <a:gd fmla="*/ 0 h 161574" name="TY0"/>
                <a:gd fmla="*/ 325613 w 406401" name="TX1"/>
                <a:gd fmla="*/ 0 h 161574" name="TY1"/>
                <a:gd fmla="*/ 382738 w 406401" name="TX2"/>
                <a:gd fmla="*/ 23662 h 161574" name="TY2"/>
                <a:gd fmla="*/ 406400 w 406401" name="TX3"/>
                <a:gd fmla="*/ 80787 h 161574" name="TY3"/>
                <a:gd fmla="*/ 406400 w 406401" name="TX4"/>
                <a:gd fmla="*/ 80787 h 161574" name="TY4"/>
                <a:gd fmla="*/ 325613 w 406401" name="TX5"/>
                <a:gd fmla="*/ 161573 h 161574" name="TY5"/>
                <a:gd fmla="*/ 80787 w 406401" name="TX6"/>
                <a:gd fmla="*/ 161573 h 161574" name="TY6"/>
                <a:gd fmla="*/ 23662 w 406401" name="TX7"/>
                <a:gd fmla="*/ 137911 h 161574" name="TY7"/>
                <a:gd fmla="*/ 0 w 406401" name="TX8"/>
                <a:gd fmla="*/ 80787 h 161574" name="TY8"/>
                <a:gd fmla="*/ 0 w 406401" name="TX9"/>
                <a:gd fmla="*/ 80787 h 161574" name="TY9"/>
                <a:gd fmla="*/ 23662 w 406401" name="TX10"/>
                <a:gd fmla="*/ 23662 h 161574" name="TY10"/>
                <a:gd fmla="*/ 80787 w 406401" name="TX11"/>
                <a:gd fmla="*/ 0 h 161574" name="TY11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</a:cxnLst>
              <a:rect l="l" t="t" r="r" b="b"/>
              <a:pathLst>
                <a:path w="406401" h="161574">
                  <a:moveTo>
                    <a:pt x="80787" y="0"/>
                  </a:moveTo>
                  <a:lnTo>
                    <a:pt x="325613" y="0"/>
                  </a:lnTo>
                  <a:cubicBezTo>
                    <a:pt x="347039" y="0"/>
                    <a:pt x="367588" y="8511"/>
                    <a:pt x="382738" y="23662"/>
                  </a:cubicBezTo>
                  <a:cubicBezTo>
                    <a:pt x="397889" y="38812"/>
                    <a:pt x="406400" y="59361"/>
                    <a:pt x="406400" y="80787"/>
                  </a:cubicBezTo>
                  <a:lnTo>
                    <a:pt x="406400" y="80787"/>
                  </a:lnTo>
                  <a:cubicBezTo>
                    <a:pt x="406400" y="125404"/>
                    <a:pt x="370231" y="161573"/>
                    <a:pt x="325613" y="161573"/>
                  </a:cubicBezTo>
                  <a:lnTo>
                    <a:pt x="80787" y="161573"/>
                  </a:lnTo>
                  <a:cubicBezTo>
                    <a:pt x="59361" y="161573"/>
                    <a:pt x="38812" y="153062"/>
                    <a:pt x="23662" y="137911"/>
                  </a:cubicBezTo>
                  <a:cubicBezTo>
                    <a:pt x="8511" y="122761"/>
                    <a:pt x="0" y="102213"/>
                    <a:pt x="0" y="80787"/>
                  </a:cubicBezTo>
                  <a:lnTo>
                    <a:pt x="0" y="80787"/>
                  </a:lnTo>
                  <a:cubicBezTo>
                    <a:pt x="0" y="59361"/>
                    <a:pt x="8511" y="38812"/>
                    <a:pt x="23662" y="23662"/>
                  </a:cubicBezTo>
                  <a:cubicBezTo>
                    <a:pt x="38812" y="8511"/>
                    <a:pt x="59361" y="0"/>
                    <a:pt x="80787" y="0"/>
                  </a:cubicBezTo>
                  <a:close/>
                </a:path>
              </a:pathLst>
            </a:custGeom>
            <a:solidFill>
              <a:srgbClr val="2855DE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  <p:sp>
          <p:nvSpPr>
            <p:cNvPr id="14" name="Rect 0"/>
            <p:cNvSpPr txBox="1">
              <a:spLocks/>
            </p:cNvSpPr>
            <p:nvPr/>
          </p:nvSpPr>
          <p:spPr>
            <a:xfrm rot="0">
              <a:off x="3541395" y="3825240"/>
              <a:ext cx="1543685" cy="758825"/>
            </a:xfrm>
            <a:prstGeom prst="rect"/>
          </p:spPr>
          <p:txBody>
            <a:bodyPr wrap="square" lIns="50800" tIns="50800" rIns="50800" bIns="50800" rtlCol="1" vert="horz" anchor="ctr">
              <a:noAutofit/>
            </a:bodyPr>
            <a:lstStyle/>
            <a:p>
              <a:pPr marL="0" indent="0" rtl="0" algn="ctr" defTabSz="914400" eaLnBrk="1" latinLnBrk="0" hangingPunct="1">
                <a:buFontTx/>
                <a:buNone/>
              </a:pPr>
              <a:r>
                <a:rPr lang="ko-KR" sz="2100">
                  <a:solidFill>
                    <a:srgbClr val="FFFFFF"/>
                  </a:solidFill>
                  <a:latin typeface="Inter Light" charset="0"/>
                  <a:ea typeface="Inter Light" charset="0"/>
                  <a:sym typeface="맑은 고딕" charset="0"/>
                </a:rPr>
                <a:t>문제 3</a:t>
              </a:r>
              <a:endParaRPr lang="ko-KR" altLang="en-US" sz="2100">
                <a:solidFill>
                  <a:srgbClr val="FFFFFF"/>
                </a:solidFill>
                <a:latin typeface="Inter Light" charset="0"/>
                <a:ea typeface="Inter Light" charset="0"/>
                <a:sym typeface="맑은 고딕" charset="0"/>
              </a:endParaRPr>
            </a:p>
          </p:txBody>
        </p:sp>
      </p:grpSp>
      <p:grpSp>
        <p:nvGrpSpPr>
          <p:cNvPr id="15" name="Group 5"/>
          <p:cNvGrpSpPr>
            <a:grpSpLocks/>
          </p:cNvGrpSpPr>
          <p:nvPr/>
        </p:nvGrpSpPr>
        <p:grpSpPr>
          <a:xfrm rot="0">
            <a:off x="8372475" y="3970020"/>
            <a:ext cx="1543685" cy="614045"/>
            <a:chOff x="8372475" y="3970020"/>
            <a:chExt cx="1543685" cy="614045"/>
          </a:xfrm>
        </p:grpSpPr>
        <p:sp>
          <p:nvSpPr>
            <p:cNvPr id="16" name="Rect 0"/>
            <p:cNvSpPr>
              <a:spLocks/>
            </p:cNvSpPr>
            <p:nvPr/>
          </p:nvSpPr>
          <p:spPr>
            <a:xfrm rot="0">
              <a:off x="8372475" y="3970020"/>
              <a:ext cx="1543685" cy="614045"/>
            </a:xfrm>
            <a:custGeom>
              <a:gdLst>
                <a:gd fmla="*/ 80787 w 406401" name="TX0"/>
                <a:gd fmla="*/ 0 h 161574" name="TY0"/>
                <a:gd fmla="*/ 325613 w 406401" name="TX1"/>
                <a:gd fmla="*/ 0 h 161574" name="TY1"/>
                <a:gd fmla="*/ 382738 w 406401" name="TX2"/>
                <a:gd fmla="*/ 23662 h 161574" name="TY2"/>
                <a:gd fmla="*/ 406400 w 406401" name="TX3"/>
                <a:gd fmla="*/ 80787 h 161574" name="TY3"/>
                <a:gd fmla="*/ 406400 w 406401" name="TX4"/>
                <a:gd fmla="*/ 80787 h 161574" name="TY4"/>
                <a:gd fmla="*/ 325613 w 406401" name="TX5"/>
                <a:gd fmla="*/ 161573 h 161574" name="TY5"/>
                <a:gd fmla="*/ 80787 w 406401" name="TX6"/>
                <a:gd fmla="*/ 161573 h 161574" name="TY6"/>
                <a:gd fmla="*/ 23662 w 406401" name="TX7"/>
                <a:gd fmla="*/ 137911 h 161574" name="TY7"/>
                <a:gd fmla="*/ 0 w 406401" name="TX8"/>
                <a:gd fmla="*/ 80787 h 161574" name="TY8"/>
                <a:gd fmla="*/ 0 w 406401" name="TX9"/>
                <a:gd fmla="*/ 80787 h 161574" name="TY9"/>
                <a:gd fmla="*/ 23662 w 406401" name="TX10"/>
                <a:gd fmla="*/ 23662 h 161574" name="TY10"/>
                <a:gd fmla="*/ 80787 w 406401" name="TX11"/>
                <a:gd fmla="*/ 0 h 161574" name="TY11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</a:cxnLst>
              <a:rect l="l" t="t" r="r" b="b"/>
              <a:pathLst>
                <a:path w="406401" h="161574">
                  <a:moveTo>
                    <a:pt x="80787" y="0"/>
                  </a:moveTo>
                  <a:lnTo>
                    <a:pt x="325613" y="0"/>
                  </a:lnTo>
                  <a:cubicBezTo>
                    <a:pt x="347039" y="0"/>
                    <a:pt x="367588" y="8511"/>
                    <a:pt x="382738" y="23662"/>
                  </a:cubicBezTo>
                  <a:cubicBezTo>
                    <a:pt x="397889" y="38812"/>
                    <a:pt x="406400" y="59361"/>
                    <a:pt x="406400" y="80787"/>
                  </a:cubicBezTo>
                  <a:lnTo>
                    <a:pt x="406400" y="80787"/>
                  </a:lnTo>
                  <a:cubicBezTo>
                    <a:pt x="406400" y="125404"/>
                    <a:pt x="370231" y="161573"/>
                    <a:pt x="325613" y="161573"/>
                  </a:cubicBezTo>
                  <a:lnTo>
                    <a:pt x="80787" y="161573"/>
                  </a:lnTo>
                  <a:cubicBezTo>
                    <a:pt x="59361" y="161573"/>
                    <a:pt x="38812" y="153062"/>
                    <a:pt x="23662" y="137911"/>
                  </a:cubicBezTo>
                  <a:cubicBezTo>
                    <a:pt x="8511" y="122761"/>
                    <a:pt x="0" y="102213"/>
                    <a:pt x="0" y="80787"/>
                  </a:cubicBezTo>
                  <a:lnTo>
                    <a:pt x="0" y="80787"/>
                  </a:lnTo>
                  <a:cubicBezTo>
                    <a:pt x="0" y="59361"/>
                    <a:pt x="8511" y="38812"/>
                    <a:pt x="23662" y="23662"/>
                  </a:cubicBezTo>
                  <a:cubicBezTo>
                    <a:pt x="38812" y="8511"/>
                    <a:pt x="59361" y="0"/>
                    <a:pt x="80787" y="0"/>
                  </a:cubicBezTo>
                  <a:close/>
                </a:path>
              </a:pathLst>
            </a:custGeom>
            <a:solidFill>
              <a:srgbClr val="2855DE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  <p:sp>
          <p:nvSpPr>
            <p:cNvPr id="17" name="Rect 0"/>
            <p:cNvSpPr txBox="1">
              <a:spLocks/>
            </p:cNvSpPr>
            <p:nvPr/>
          </p:nvSpPr>
          <p:spPr>
            <a:xfrm rot="0">
              <a:off x="8372475" y="3825240"/>
              <a:ext cx="1543685" cy="758825"/>
            </a:xfrm>
            <a:prstGeom prst="rect"/>
          </p:spPr>
          <p:txBody>
            <a:bodyPr wrap="square" lIns="50800" tIns="50800" rIns="50800" bIns="50800" rtlCol="1" vert="horz" anchor="ctr">
              <a:noAutofit/>
            </a:bodyPr>
            <a:lstStyle/>
            <a:p>
              <a:pPr marL="0" indent="0" rtl="0" algn="ctr" defTabSz="914400" eaLnBrk="1" latinLnBrk="0" hangingPunct="1">
                <a:buFontTx/>
                <a:buNone/>
              </a:pPr>
              <a:r>
                <a:rPr lang="ko-KR" sz="2100">
                  <a:solidFill>
                    <a:srgbClr val="FFFFFF"/>
                  </a:solidFill>
                  <a:latin typeface="Inter Light" charset="0"/>
                  <a:ea typeface="Inter Light" charset="0"/>
                  <a:sym typeface="맑은 고딕" charset="0"/>
                </a:rPr>
                <a:t>원인</a:t>
              </a:r>
              <a:endParaRPr lang="ko-KR" altLang="en-US" sz="2100">
                <a:solidFill>
                  <a:srgbClr val="FFFFFF"/>
                </a:solidFill>
                <a:latin typeface="Inter Light" charset="0"/>
                <a:ea typeface="Inter Light" charset="0"/>
                <a:sym typeface="맑은 고딕" charset="0"/>
              </a:endParaRPr>
            </a:p>
          </p:txBody>
        </p:sp>
      </p:grpSp>
      <p:grpSp>
        <p:nvGrpSpPr>
          <p:cNvPr id="18" name="Group 5"/>
          <p:cNvGrpSpPr>
            <a:grpSpLocks/>
          </p:cNvGrpSpPr>
          <p:nvPr/>
        </p:nvGrpSpPr>
        <p:grpSpPr>
          <a:xfrm rot="0">
            <a:off x="13201015" y="3970020"/>
            <a:ext cx="1543685" cy="614045"/>
            <a:chOff x="13201015" y="3970020"/>
            <a:chExt cx="1543685" cy="614045"/>
          </a:xfrm>
        </p:grpSpPr>
        <p:sp>
          <p:nvSpPr>
            <p:cNvPr id="19" name="Rect 0"/>
            <p:cNvSpPr>
              <a:spLocks/>
            </p:cNvSpPr>
            <p:nvPr/>
          </p:nvSpPr>
          <p:spPr>
            <a:xfrm rot="0">
              <a:off x="13201015" y="3970020"/>
              <a:ext cx="1543685" cy="614045"/>
            </a:xfrm>
            <a:custGeom>
              <a:gdLst>
                <a:gd fmla="*/ 80787 w 406401" name="TX0"/>
                <a:gd fmla="*/ 0 h 161574" name="TY0"/>
                <a:gd fmla="*/ 325613 w 406401" name="TX1"/>
                <a:gd fmla="*/ 0 h 161574" name="TY1"/>
                <a:gd fmla="*/ 382738 w 406401" name="TX2"/>
                <a:gd fmla="*/ 23662 h 161574" name="TY2"/>
                <a:gd fmla="*/ 406400 w 406401" name="TX3"/>
                <a:gd fmla="*/ 80787 h 161574" name="TY3"/>
                <a:gd fmla="*/ 406400 w 406401" name="TX4"/>
                <a:gd fmla="*/ 80787 h 161574" name="TY4"/>
                <a:gd fmla="*/ 325613 w 406401" name="TX5"/>
                <a:gd fmla="*/ 161573 h 161574" name="TY5"/>
                <a:gd fmla="*/ 80787 w 406401" name="TX6"/>
                <a:gd fmla="*/ 161573 h 161574" name="TY6"/>
                <a:gd fmla="*/ 23662 w 406401" name="TX7"/>
                <a:gd fmla="*/ 137911 h 161574" name="TY7"/>
                <a:gd fmla="*/ 0 w 406401" name="TX8"/>
                <a:gd fmla="*/ 80787 h 161574" name="TY8"/>
                <a:gd fmla="*/ 0 w 406401" name="TX9"/>
                <a:gd fmla="*/ 80787 h 161574" name="TY9"/>
                <a:gd fmla="*/ 23662 w 406401" name="TX10"/>
                <a:gd fmla="*/ 23662 h 161574" name="TY10"/>
                <a:gd fmla="*/ 80787 w 406401" name="TX11"/>
                <a:gd fmla="*/ 0 h 161574" name="TY11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</a:cxnLst>
              <a:rect l="l" t="t" r="r" b="b"/>
              <a:pathLst>
                <a:path w="406401" h="161574">
                  <a:moveTo>
                    <a:pt x="80787" y="0"/>
                  </a:moveTo>
                  <a:lnTo>
                    <a:pt x="325613" y="0"/>
                  </a:lnTo>
                  <a:cubicBezTo>
                    <a:pt x="347039" y="0"/>
                    <a:pt x="367588" y="8511"/>
                    <a:pt x="382738" y="23662"/>
                  </a:cubicBezTo>
                  <a:cubicBezTo>
                    <a:pt x="397889" y="38812"/>
                    <a:pt x="406400" y="59361"/>
                    <a:pt x="406400" y="80787"/>
                  </a:cubicBezTo>
                  <a:lnTo>
                    <a:pt x="406400" y="80787"/>
                  </a:lnTo>
                  <a:cubicBezTo>
                    <a:pt x="406400" y="125404"/>
                    <a:pt x="370231" y="161573"/>
                    <a:pt x="325613" y="161573"/>
                  </a:cubicBezTo>
                  <a:lnTo>
                    <a:pt x="80787" y="161573"/>
                  </a:lnTo>
                  <a:cubicBezTo>
                    <a:pt x="59361" y="161573"/>
                    <a:pt x="38812" y="153062"/>
                    <a:pt x="23662" y="137911"/>
                  </a:cubicBezTo>
                  <a:cubicBezTo>
                    <a:pt x="8511" y="122761"/>
                    <a:pt x="0" y="102213"/>
                    <a:pt x="0" y="80787"/>
                  </a:cubicBezTo>
                  <a:lnTo>
                    <a:pt x="0" y="80787"/>
                  </a:lnTo>
                  <a:cubicBezTo>
                    <a:pt x="0" y="59361"/>
                    <a:pt x="8511" y="38812"/>
                    <a:pt x="23662" y="23662"/>
                  </a:cubicBezTo>
                  <a:cubicBezTo>
                    <a:pt x="38812" y="8511"/>
                    <a:pt x="59361" y="0"/>
                    <a:pt x="80787" y="0"/>
                  </a:cubicBezTo>
                  <a:close/>
                </a:path>
              </a:pathLst>
            </a:custGeom>
            <a:solidFill>
              <a:srgbClr val="2855DE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  <p:sp>
          <p:nvSpPr>
            <p:cNvPr id="20" name="Rect 0"/>
            <p:cNvSpPr txBox="1">
              <a:spLocks/>
            </p:cNvSpPr>
            <p:nvPr/>
          </p:nvSpPr>
          <p:spPr>
            <a:xfrm rot="0">
              <a:off x="13201015" y="3825240"/>
              <a:ext cx="1543685" cy="758825"/>
            </a:xfrm>
            <a:prstGeom prst="rect"/>
          </p:spPr>
          <p:txBody>
            <a:bodyPr wrap="square" lIns="50800" tIns="50800" rIns="50800" bIns="50800" rtlCol="1" vert="horz" anchor="ctr">
              <a:noAutofit/>
            </a:bodyPr>
            <a:lstStyle/>
            <a:p>
              <a:pPr marL="0" indent="0" rtl="0" algn="ctr" defTabSz="914400" eaLnBrk="1" latinLnBrk="0" hangingPunct="1">
                <a:buFontTx/>
                <a:buNone/>
              </a:pPr>
              <a:r>
                <a:rPr sz="2100" b="0">
                  <a:solidFill>
                    <a:srgbClr val="FFFFFF"/>
                  </a:solidFill>
                  <a:latin typeface="Inter Medium" charset="0"/>
                  <a:ea typeface="Inter Medium" charset="0"/>
                  <a:sym typeface="맑은 고딕" charset="0"/>
                </a:rPr>
                <a:t>해</a:t>
              </a:r>
              <a:r>
                <a:rPr lang="ko-KR" sz="2100" b="0">
                  <a:solidFill>
                    <a:srgbClr val="FFFFFF"/>
                  </a:solidFill>
                  <a:latin typeface="Inter Medium" charset="0"/>
                  <a:ea typeface="Inter Medium" charset="0"/>
                  <a:sym typeface="맑은 고딕" charset="0"/>
                </a:rPr>
                <a:t>결</a:t>
              </a:r>
              <a:endParaRPr lang="ko-KR" altLang="en-US" sz="2100" b="0">
                <a:solidFill>
                  <a:srgbClr val="FFFFFF"/>
                </a:solidFill>
                <a:latin typeface="Inter Medium" charset="0"/>
                <a:ea typeface="Inter Medium" charset="0"/>
                <a:sym typeface="맑은 고딕" charset="0"/>
              </a:endParaRPr>
            </a:p>
          </p:txBody>
        </p:sp>
      </p:grpSp>
      <p:sp>
        <p:nvSpPr>
          <p:cNvPr id="21" name="Rect 0"/>
          <p:cNvSpPr txBox="1">
            <a:spLocks/>
          </p:cNvSpPr>
          <p:nvPr/>
        </p:nvSpPr>
        <p:spPr>
          <a:xfrm rot="0">
            <a:off x="7347585" y="5137150"/>
            <a:ext cx="3594100" cy="859155"/>
          </a:xfrm>
          <a:prstGeom prst="rect"/>
        </p:spPr>
        <p:txBody>
          <a:bodyPr wrap="square" lIns="0" tIns="0" rIns="0" bIns="0" rtlCol="1" vert="horz" anchor="t">
            <a:sp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K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e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y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down 이벤트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가 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제대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로 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연결되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지 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않았습니</a:t>
            </a:r>
            <a:r>
              <a:rPr lang="ko-KR" sz="2600" spc="-120" strike="noStrike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다.</a:t>
            </a:r>
            <a:endParaRPr lang="ko-KR" altLang="en-US"/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 rot="0">
            <a:off x="2708910" y="5071745"/>
            <a:ext cx="3313430" cy="1288415"/>
          </a:xfrm>
          <a:prstGeom prst="rect"/>
        </p:spPr>
        <p:txBody>
          <a:bodyPr wrap="square" lIns="0" tIns="0" rIns="0" bIns="0" rtlCol="1" vert="horz" anchor="t">
            <a:sp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엔터키를 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눌러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도 할 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일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이 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추가되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지 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않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는 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문제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가 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발생했습니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다.</a:t>
            </a:r>
            <a:endParaRPr lang="ko-KR" altLang="en-US" sz="2600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</p:txBody>
      </p:sp>
      <p:sp>
        <p:nvSpPr>
          <p:cNvPr id="23" name="Rect 0"/>
          <p:cNvSpPr txBox="1">
            <a:spLocks/>
          </p:cNvSpPr>
          <p:nvPr/>
        </p:nvSpPr>
        <p:spPr>
          <a:xfrm rot="0">
            <a:off x="12197715" y="5137150"/>
            <a:ext cx="3550285" cy="1288415"/>
          </a:xfrm>
          <a:prstGeom prst="rect"/>
        </p:spPr>
        <p:txBody>
          <a:bodyPr wrap="square" lIns="0" tIns="0" rIns="0" bIns="0" rtlCol="1" vert="horz" anchor="t">
            <a:sp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I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nput 요소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에 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onke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y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down 이벤트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를 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추가하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여 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해결</a:t>
            </a:r>
            <a:r>
              <a:rPr lang="ko-KR" sz="2600" spc="-12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했습니다.</a:t>
            </a:r>
            <a:endParaRPr lang="ko-KR" altLang="en-US"/>
          </a:p>
        </p:txBody>
      </p:sp>
      <p:cxnSp>
        <p:nvCxnSpPr>
          <p:cNvPr id="28" name="Rect 0"/>
          <p:cNvCxnSpPr/>
          <p:nvPr/>
        </p:nvCxnSpPr>
        <p:spPr>
          <a:xfrm rot="0">
            <a:off x="1028700" y="1953895"/>
            <a:ext cx="16231235" cy="635"/>
          </a:xfrm>
          <a:prstGeom prst="line"/>
          <a:ln w="28575" cap="rnd" cmpd="sng">
            <a:solidFill>
              <a:srgbClr val="2855DE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>
          <a:xfrm rot="0">
            <a:off x="361950" y="361950"/>
            <a:ext cx="17564735" cy="9563735"/>
            <a:chOff x="361950" y="361950"/>
            <a:chExt cx="17564735" cy="9563735"/>
          </a:xfrm>
        </p:grpSpPr>
        <p:sp>
          <p:nvSpPr>
            <p:cNvPr id="3" name="Rect 0"/>
            <p:cNvSpPr>
              <a:spLocks/>
            </p:cNvSpPr>
            <p:nvPr/>
          </p:nvSpPr>
          <p:spPr>
            <a:xfrm rot="0">
              <a:off x="361950" y="361950"/>
              <a:ext cx="17564735" cy="9563735"/>
            </a:xfrm>
            <a:custGeom>
              <a:gdLst>
                <a:gd fmla="*/ 15427 w 4561452" name="TX0"/>
                <a:gd fmla="*/ 0 h 2483567" name="TY0"/>
                <a:gd fmla="*/ 4546023 w 4561452" name="TX1"/>
                <a:gd fmla="*/ 0 h 2483567" name="TY1"/>
                <a:gd fmla="*/ 4556932 w 4561452" name="TX2"/>
                <a:gd fmla="*/ 4519 h 2483567" name="TY2"/>
                <a:gd fmla="*/ 4561451 w 4561452" name="TX3"/>
                <a:gd fmla="*/ 15427 h 2483567" name="TY3"/>
                <a:gd fmla="*/ 4561451 w 4561452" name="TX4"/>
                <a:gd fmla="*/ 2468139 h 2483567" name="TY4"/>
                <a:gd fmla="*/ 4556932 w 4561452" name="TX5"/>
                <a:gd fmla="*/ 2479048 h 2483567" name="TY5"/>
                <a:gd fmla="*/ 4546023 w 4561452" name="TX6"/>
                <a:gd fmla="*/ 2483566 h 2483567" name="TY6"/>
                <a:gd fmla="*/ 15427 w 4561452" name="TX7"/>
                <a:gd fmla="*/ 2483566 h 2483567" name="TY7"/>
                <a:gd fmla="*/ 4519 w 4561452" name="TX8"/>
                <a:gd fmla="*/ 2479048 h 2483567" name="TY8"/>
                <a:gd fmla="*/ 0 w 4561452" name="TX9"/>
                <a:gd fmla="*/ 2468139 h 2483567" name="TY9"/>
                <a:gd fmla="*/ 0 w 4561452" name="TX10"/>
                <a:gd fmla="*/ 15427 h 2483567" name="TY10"/>
                <a:gd fmla="*/ 4519 w 4561452" name="TX11"/>
                <a:gd fmla="*/ 4519 h 2483567" name="TY11"/>
                <a:gd fmla="*/ 15427 w 4561452" name="TX12"/>
                <a:gd fmla="*/ 0 h 2483567" name="TY12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</a:cxnLst>
              <a:rect l="l" t="t" r="r" b="b"/>
              <a:pathLst>
                <a:path w="4561452" h="2483567">
                  <a:moveTo>
                    <a:pt x="15427" y="0"/>
                  </a:moveTo>
                  <a:lnTo>
                    <a:pt x="4546023" y="0"/>
                  </a:lnTo>
                  <a:cubicBezTo>
                    <a:pt x="4550115" y="0"/>
                    <a:pt x="4554039" y="1625"/>
                    <a:pt x="4556932" y="4519"/>
                  </a:cubicBezTo>
                  <a:cubicBezTo>
                    <a:pt x="4559825" y="7412"/>
                    <a:pt x="4561451" y="11336"/>
                    <a:pt x="4561451" y="15427"/>
                  </a:cubicBezTo>
                  <a:lnTo>
                    <a:pt x="4561451" y="2468139"/>
                  </a:lnTo>
                  <a:cubicBezTo>
                    <a:pt x="4561451" y="2472231"/>
                    <a:pt x="4559825" y="2476155"/>
                    <a:pt x="4556932" y="2479048"/>
                  </a:cubicBezTo>
                  <a:cubicBezTo>
                    <a:pt x="4554039" y="2481941"/>
                    <a:pt x="4550115" y="2483566"/>
                    <a:pt x="4546023" y="2483566"/>
                  </a:cubicBezTo>
                  <a:lnTo>
                    <a:pt x="15427" y="2483566"/>
                  </a:lnTo>
                  <a:cubicBezTo>
                    <a:pt x="11336" y="2483566"/>
                    <a:pt x="7412" y="2481941"/>
                    <a:pt x="4519" y="2479048"/>
                  </a:cubicBezTo>
                  <a:cubicBezTo>
                    <a:pt x="1625" y="2476155"/>
                    <a:pt x="0" y="2472231"/>
                    <a:pt x="0" y="2468139"/>
                  </a:cubicBezTo>
                  <a:lnTo>
                    <a:pt x="0" y="15427"/>
                  </a:lnTo>
                  <a:cubicBezTo>
                    <a:pt x="0" y="11336"/>
                    <a:pt x="1625" y="7412"/>
                    <a:pt x="4519" y="4519"/>
                  </a:cubicBezTo>
                  <a:cubicBezTo>
                    <a:pt x="7412" y="1625"/>
                    <a:pt x="11336" y="0"/>
                    <a:pt x="1542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 rtl="0" algn="l" defTabSz="91440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  <p:sp>
          <p:nvSpPr>
            <p:cNvPr id="4" name="Rect 0"/>
            <p:cNvSpPr txBox="1">
              <a:spLocks/>
            </p:cNvSpPr>
            <p:nvPr/>
          </p:nvSpPr>
          <p:spPr>
            <a:xfrm rot="0">
              <a:off x="361950" y="288290"/>
              <a:ext cx="17564735" cy="9637395"/>
            </a:xfrm>
            <a:prstGeom prst="rect"/>
          </p:spPr>
          <p:txBody>
            <a:bodyPr wrap="square" lIns="50800" tIns="50800" rIns="50800" bIns="50800" rtlCol="1" vert="horz" anchor="ctr">
              <a:noAutofit/>
            </a:bodyPr>
            <a:lstStyle/>
            <a:p>
              <a:pPr marL="0" indent="0" rtl="0" algn="ctr" defTabSz="914400" eaLnBrk="1" latinLnBrk="0" hangingPunct="1">
                <a:buFontTx/>
                <a:buNone/>
              </a:pPr>
              <a:endParaRPr lang="ko-KR" altLang="en-US" sz="1800">
                <a:solidFill>
                  <a:schemeClr val="tx1"/>
                </a:solidFill>
                <a:latin typeface="Calibri" charset="0"/>
                <a:ea typeface="맑은 고딕" charset="0"/>
                <a:sym typeface="맑은 고딕" charset="0"/>
              </a:endParaRPr>
            </a:p>
          </p:txBody>
        </p:sp>
      </p:grpSp>
      <p:sp>
        <p:nvSpPr>
          <p:cNvPr id="5" name="Rect 0"/>
          <p:cNvSpPr txBox="1">
            <a:spLocks/>
          </p:cNvSpPr>
          <p:nvPr/>
        </p:nvSpPr>
        <p:spPr>
          <a:xfrm rot="0">
            <a:off x="4885055" y="751205"/>
            <a:ext cx="8518525" cy="818515"/>
          </a:xfrm>
          <a:prstGeom prst="rect"/>
        </p:spPr>
        <p:txBody>
          <a:bodyPr wrap="square" lIns="0" tIns="0" rIns="0" bIns="0" rtlCol="1" vert="horz" anchor="t">
            <a:sp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4600" spc="-340" b="0" strike="noStrike">
                <a:solidFill>
                  <a:srgbClr val="000000"/>
                </a:solidFill>
                <a:latin typeface="Noto Sans Kr Semi-Bold" charset="0"/>
                <a:ea typeface="Noto Sans Kr Semi-Bold" charset="0"/>
                <a:sym typeface="맑은 고딕" charset="0"/>
              </a:rPr>
              <a:t>느낀</a:t>
            </a:r>
            <a:r>
              <a:rPr lang="ko-KR" sz="4600" spc="-340" b="0" strike="noStrike">
                <a:solidFill>
                  <a:srgbClr val="000000"/>
                </a:solidFill>
                <a:latin typeface="Noto Sans Kr Semi-Bold" charset="0"/>
                <a:ea typeface="Noto Sans Kr Semi-Bold" charset="0"/>
                <a:sym typeface="맑은 고딕" charset="0"/>
              </a:rPr>
              <a:t>점</a:t>
            </a:r>
            <a:endParaRPr lang="ko-KR" altLang="en-US" sz="4600" b="0" strike="noStrike">
              <a:solidFill>
                <a:srgbClr val="000000"/>
              </a:solidFill>
              <a:latin typeface="Noto Sans Kr Semi-Bold" charset="0"/>
              <a:ea typeface="Noto Sans Kr Semi-Bold" charset="0"/>
              <a:sym typeface="맑은 고딕" charset="0"/>
            </a:endParaRPr>
          </a:p>
        </p:txBody>
      </p:sp>
      <p:cxnSp>
        <p:nvCxnSpPr>
          <p:cNvPr id="7" name="Rect 0"/>
          <p:cNvCxnSpPr/>
          <p:nvPr/>
        </p:nvCxnSpPr>
        <p:spPr>
          <a:xfrm rot="0">
            <a:off x="1028700" y="1953895"/>
            <a:ext cx="16231235" cy="635"/>
          </a:xfrm>
          <a:prstGeom prst="line"/>
          <a:ln w="28575" cap="rnd" cmpd="sng">
            <a:solidFill>
              <a:srgbClr val="2855DE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텍스트 상자 45"/>
          <p:cNvSpPr txBox="1">
            <a:spLocks/>
          </p:cNvSpPr>
          <p:nvPr/>
        </p:nvSpPr>
        <p:spPr>
          <a:xfrm rot="0">
            <a:off x="2296160" y="3070860"/>
            <a:ext cx="7216140" cy="3912235"/>
          </a:xfrm>
          <a:prstGeom prst="rect"/>
        </p:spPr>
        <p:txBody>
          <a:bodyPr wrap="square" lIns="0" tIns="0" rIns="0" bIns="0" rtlCol="1" vert="horz" anchor="t">
            <a:spAutoFit/>
          </a:bodyPr>
          <a:lstStyle/>
          <a:p>
            <a:pPr marL="0" indent="0" rtl="0" algn="just" defTabSz="914400" eaLnBrk="1" latinLnBrk="0" hangingPunct="1">
              <a:buFontTx/>
              <a:buNone/>
            </a:pPr>
            <a:r>
              <a:rPr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처음에는 JavaScript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로</a:t>
            </a:r>
            <a:r>
              <a:rPr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 기능 구현하는 게 </a:t>
            </a:r>
            <a:r>
              <a:rPr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막막하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고</a:t>
            </a:r>
            <a:r>
              <a:rPr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 어려웠습니다.</a:t>
            </a:r>
            <a:endParaRPr lang="ko-KR" altLang="en-US" sz="2200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  <a:p>
            <a:pPr marL="0" indent="0" rtl="0" algn="just" defTabSz="914400" eaLnBrk="1" latinLnBrk="0" hangingPunct="1">
              <a:buFontTx/>
              <a:buNone/>
            </a:pPr>
            <a:r>
              <a:rPr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버튼이 제대로 동작하지 않거나 스타일이 적용되지 않는 문제 때문에 헷갈</a:t>
            </a:r>
            <a:r>
              <a:rPr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렸습니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다</a:t>
            </a:r>
            <a:r>
              <a:rPr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.</a:t>
            </a:r>
            <a:endParaRPr lang="ko-KR" altLang="en-US" sz="2200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  <a:p>
            <a:pPr marL="0" indent="0" rtl="0" algn="just" defTabSz="914400" eaLnBrk="1" latinLnBrk="0" hangingPunct="1">
              <a:buFontTx/>
              <a:buNone/>
            </a:pPr>
            <a:r>
              <a:rPr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하지만 </a:t>
            </a:r>
            <a:r>
              <a:rPr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A</a:t>
            </a:r>
            <a:r>
              <a:rPr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I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의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도움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을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빌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려 </a:t>
            </a:r>
            <a:r>
              <a:rPr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하나씩 수정해보면서</a:t>
            </a:r>
            <a:endParaRPr lang="ko-KR" altLang="en-US" sz="2200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  <a:p>
            <a:pPr marL="0" indent="0" rtl="0" algn="just" defTabSz="914400" eaLnBrk="1" latinLnBrk="0" hangingPunct="1">
              <a:buFontTx/>
              <a:buNone/>
            </a:pPr>
            <a:r>
              <a:rPr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DOM이나 이벤트 같은 개념을 조금 이해할 수 있었고,</a:t>
            </a:r>
            <a:endParaRPr lang="ko-KR" altLang="en-US" sz="2200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  <a:p>
            <a:pPr marL="0" indent="0" rtl="0" algn="just" defTabSz="914400" eaLnBrk="1" latinLnBrk="0" hangingPunct="1">
              <a:buFontTx/>
              <a:buNone/>
            </a:pPr>
            <a:r>
              <a:rPr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직접 기능이 동작하는 걸 보니까 재미도 느낄 수 있었습니다.</a:t>
            </a:r>
            <a:endParaRPr lang="ko-KR" altLang="en-US" sz="2200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  <a:p>
            <a:pPr marL="0" indent="0" rtl="0" algn="just" defTabSz="914400" eaLnBrk="1" latinLnBrk="0" hangingPunct="1">
              <a:buFontTx/>
              <a:buNone/>
            </a:pPr>
            <a:r>
              <a:rPr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이번 과제를 하면서 HTML, CSS, JavaScript가</a:t>
            </a:r>
            <a:endParaRPr lang="ko-KR" altLang="en-US" sz="2200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  <a:p>
            <a:pPr marL="0" indent="0" rtl="0" algn="just" defTabSz="914400" eaLnBrk="1" latinLnBrk="0" hangingPunct="1">
              <a:buFontTx/>
              <a:buNone/>
            </a:pPr>
            <a:r>
              <a:rPr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어떻게 연결되는지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좀 더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배울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수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있었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고</a:t>
            </a:r>
            <a:r>
              <a:rPr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,</a:t>
            </a:r>
            <a:r>
              <a:rPr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 </a:t>
            </a:r>
            <a:r>
              <a:rPr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아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직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부족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한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부분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은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많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지만 </a:t>
            </a:r>
            <a:r>
              <a:rPr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JavaScript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를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조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금 더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익숙하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게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사용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할 수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있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게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된것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 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같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고,</a:t>
            </a:r>
            <a:r>
              <a:rPr lang="ko-KR"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 </a:t>
            </a:r>
            <a:endParaRPr lang="ko-KR" altLang="en-US" sz="2200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  <a:p>
            <a:pPr marL="0" indent="0" rtl="0" algn="just" defTabSz="914400" eaLnBrk="1" latinLnBrk="0" hangingPunct="1">
              <a:buFontTx/>
              <a:buNone/>
            </a:pPr>
            <a:r>
              <a:rPr sz="2200" spc="-60">
                <a:solidFill>
                  <a:srgbClr val="000000"/>
                </a:solidFill>
                <a:latin typeface="JASO Sans" charset="0"/>
                <a:ea typeface="JASO Sans" charset="0"/>
                <a:sym typeface="맑은 고딕" charset="0"/>
              </a:rPr>
              <a:t>직접 웹페이지를 만들어보는 좋은 경험이 되었습니다.</a:t>
            </a:r>
            <a:endParaRPr lang="ko-KR" altLang="en-US" sz="2200">
              <a:solidFill>
                <a:srgbClr val="000000"/>
              </a:solidFill>
              <a:latin typeface="JASO Sans" charset="0"/>
              <a:ea typeface="JASO Sans" charset="0"/>
              <a:sym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>
  <p:cSld>
    <p:bg>
      <p:bgPr>
        <a:solidFill>
          <a:srgbClr val="285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361950" y="361950"/>
            <a:ext cx="17564100" cy="9563100"/>
            <a:chOff x="361950" y="361950"/>
            <a:chExt cx="17564100" cy="9563100"/>
          </a:xfrm>
        </p:grpSpPr>
        <p:sp>
          <p:nvSpPr>
            <p:cNvPr id="3" name="Freeform 3"/>
            <p:cNvSpPr>
              <a:spLocks/>
            </p:cNvSpPr>
            <p:nvPr/>
          </p:nvSpPr>
          <p:spPr>
            <a:xfrm rot="0">
              <a:off x="361950" y="361950"/>
              <a:ext cx="17564735" cy="9563735"/>
            </a:xfrm>
            <a:custGeom>
              <a:gdLst>
                <a:gd fmla="*/ 15427 w 4561452" name="TX0"/>
                <a:gd fmla="*/ 0 h 2483567" name="TY0"/>
                <a:gd fmla="*/ 4546023 w 4561452" name="TX1"/>
                <a:gd fmla="*/ 0 h 2483567" name="TY1"/>
                <a:gd fmla="*/ 4556932 w 4561452" name="TX2"/>
                <a:gd fmla="*/ 4519 h 2483567" name="TY2"/>
                <a:gd fmla="*/ 4561451 w 4561452" name="TX3"/>
                <a:gd fmla="*/ 15427 h 2483567" name="TY3"/>
                <a:gd fmla="*/ 4561451 w 4561452" name="TX4"/>
                <a:gd fmla="*/ 2468139 h 2483567" name="TY4"/>
                <a:gd fmla="*/ 4556932 w 4561452" name="TX5"/>
                <a:gd fmla="*/ 2479048 h 2483567" name="TY5"/>
                <a:gd fmla="*/ 4546023 w 4561452" name="TX6"/>
                <a:gd fmla="*/ 2483566 h 2483567" name="TY6"/>
                <a:gd fmla="*/ 15427 w 4561452" name="TX7"/>
                <a:gd fmla="*/ 2483566 h 2483567" name="TY7"/>
                <a:gd fmla="*/ 4519 w 4561452" name="TX8"/>
                <a:gd fmla="*/ 2479048 h 2483567" name="TY8"/>
                <a:gd fmla="*/ 0 w 4561452" name="TX9"/>
                <a:gd fmla="*/ 2468139 h 2483567" name="TY9"/>
                <a:gd fmla="*/ 0 w 4561452" name="TX10"/>
                <a:gd fmla="*/ 15427 h 2483567" name="TY10"/>
                <a:gd fmla="*/ 4519 w 4561452" name="TX11"/>
                <a:gd fmla="*/ 4519 h 2483567" name="TY11"/>
                <a:gd fmla="*/ 15427 w 4561452" name="TX12"/>
                <a:gd fmla="*/ 0 h 2483567" name="TY12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</a:cxnLst>
              <a:rect l="l" t="t" r="r" b="b"/>
              <a:pathLst>
                <a:path w="4561452" h="2483567">
                  <a:moveTo>
                    <a:pt x="15427" y="0"/>
                  </a:moveTo>
                  <a:lnTo>
                    <a:pt x="4546023" y="0"/>
                  </a:lnTo>
                  <a:cubicBezTo>
                    <a:pt x="4550115" y="0"/>
                    <a:pt x="4554039" y="1625"/>
                    <a:pt x="4556932" y="4519"/>
                  </a:cubicBezTo>
                  <a:cubicBezTo>
                    <a:pt x="4559825" y="7412"/>
                    <a:pt x="4561451" y="11336"/>
                    <a:pt x="4561451" y="15427"/>
                  </a:cubicBezTo>
                  <a:lnTo>
                    <a:pt x="4561451" y="2468139"/>
                  </a:lnTo>
                  <a:cubicBezTo>
                    <a:pt x="4561451" y="2472231"/>
                    <a:pt x="4559825" y="2476155"/>
                    <a:pt x="4556932" y="2479048"/>
                  </a:cubicBezTo>
                  <a:cubicBezTo>
                    <a:pt x="4554039" y="2481941"/>
                    <a:pt x="4550115" y="2483566"/>
                    <a:pt x="4546023" y="2483566"/>
                  </a:cubicBezTo>
                  <a:lnTo>
                    <a:pt x="15427" y="2483566"/>
                  </a:lnTo>
                  <a:cubicBezTo>
                    <a:pt x="11336" y="2483566"/>
                    <a:pt x="7412" y="2481941"/>
                    <a:pt x="4519" y="2479048"/>
                  </a:cubicBezTo>
                  <a:cubicBezTo>
                    <a:pt x="1625" y="2476155"/>
                    <a:pt x="0" y="2472231"/>
                    <a:pt x="0" y="2468139"/>
                  </a:cubicBezTo>
                  <a:lnTo>
                    <a:pt x="0" y="15427"/>
                  </a:lnTo>
                  <a:cubicBezTo>
                    <a:pt x="0" y="11336"/>
                    <a:pt x="1625" y="7412"/>
                    <a:pt x="4519" y="4519"/>
                  </a:cubicBezTo>
                  <a:cubicBezTo>
                    <a:pt x="7412" y="1625"/>
                    <a:pt x="11336" y="0"/>
                    <a:pt x="1542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vert="horz" anchor="t">
              <a:noAutofit/>
            </a:bodyPr>
            <a:lstStyle/>
            <a:p>
              <a:pPr marL="0" indent="0"/>
              <a:endParaRPr lang="ko-KR" altLang="en-US"/>
            </a:p>
          </p:txBody>
        </p:sp>
        <p:sp>
          <p:nvSpPr>
            <p:cNvPr id="4" name="TextBox 4"/>
            <p:cNvSpPr txBox="1">
              <a:spLocks/>
            </p:cNvSpPr>
            <p:nvPr/>
          </p:nvSpPr>
          <p:spPr>
            <a:xfrm rot="0">
              <a:off x="361950" y="288290"/>
              <a:ext cx="17564735" cy="9637395"/>
            </a:xfrm>
            <a:prstGeom prst="rect"/>
          </p:spPr>
          <p:txBody>
            <a:bodyPr wrap="square" lIns="50800" tIns="50800" rIns="50800" bIns="50800" numCol="1" rtlCol="1" vert="horz" anchor="ctr">
              <a:noAutofit/>
            </a:bodyPr>
            <a:lstStyle/>
            <a:p>
              <a:pPr marL="0" indent="0" algn="ctr">
                <a:lnSpc>
                  <a:spcPts val="3380"/>
                </a:lnSpc>
                <a:buFontTx/>
                <a:buNone/>
              </a:pPr>
              <a:endParaRPr lang="ko-KR" altLang="en-US" sz="1800">
                <a:solidFill>
                  <a:schemeClr val="tx1"/>
                </a:solidFill>
                <a:latin typeface="Calibri" charset="0"/>
                <a:ea typeface="+mn-ea"/>
                <a:cs typeface="+mn-cs"/>
              </a:endParaRPr>
            </a:p>
          </p:txBody>
        </p:sp>
      </p:grpSp>
      <p:sp>
        <p:nvSpPr>
          <p:cNvPr id="5" name="TextBox 5"/>
          <p:cNvSpPr txBox="1">
            <a:spLocks/>
          </p:cNvSpPr>
          <p:nvPr/>
        </p:nvSpPr>
        <p:spPr>
          <a:xfrm rot="0">
            <a:off x="6687820" y="4489450"/>
            <a:ext cx="4912995" cy="1326515"/>
          </a:xfrm>
          <a:prstGeom prst="rect"/>
        </p:spPr>
        <p:txBody>
          <a:bodyPr wrap="square" lIns="0" tIns="0" rIns="0" bIns="0" numCol="1" rtlCol="1" vert="horz" anchor="t">
            <a:spAutoFit/>
          </a:bodyPr>
          <a:lstStyle/>
          <a:p>
            <a:pPr marL="0" indent="0" algn="ctr">
              <a:lnSpc>
                <a:spcPts val="10772"/>
              </a:lnSpc>
              <a:buFontTx/>
              <a:buNone/>
            </a:pPr>
            <a:r>
              <a:rPr lang="en-US" sz="8350" spc="-400" b="0" strike="noStrike">
                <a:solidFill>
                  <a:srgbClr val="2855DE"/>
                </a:solidFill>
                <a:latin typeface="Noto Sans Kr Bold" charset="0"/>
                <a:ea typeface="Noto Sans Kr Bold" charset="0"/>
                <a:cs typeface="Noto Sans Kr Bold" charset="0"/>
              </a:rPr>
              <a:t>감사합니다.</a:t>
            </a:r>
            <a:endParaRPr lang="ko-KR" altLang="en-US" sz="8350" b="0" strike="noStrike">
              <a:solidFill>
                <a:srgbClr val="2855DE"/>
              </a:solidFill>
              <a:latin typeface="Noto Sans Kr Bold" charset="0"/>
              <a:ea typeface="Noto Sans Kr Bold" charset="0"/>
              <a:cs typeface="Noto Sans Kr Bold" charset="0"/>
            </a:endParaRPr>
          </a:p>
        </p:txBody>
      </p:sp>
      <p:sp>
        <p:nvSpPr>
          <p:cNvPr id="7" name="TextBox 7"/>
          <p:cNvSpPr txBox="1">
            <a:spLocks/>
          </p:cNvSpPr>
          <p:nvPr/>
        </p:nvSpPr>
        <p:spPr>
          <a:xfrm rot="0">
            <a:off x="7563485" y="6313170"/>
            <a:ext cx="3161030" cy="320675"/>
          </a:xfrm>
          <a:prstGeom prst="rect"/>
        </p:spPr>
        <p:txBody>
          <a:bodyPr wrap="square" lIns="0" tIns="0" rIns="0" bIns="0" numCol="1" rtlCol="1" vert="horz" anchor="t">
            <a:spAutoFit/>
          </a:bodyPr>
          <a:lstStyle/>
          <a:p>
            <a:pPr marL="0" indent="0" algn="ctr">
              <a:lnSpc>
                <a:spcPts val="2580"/>
              </a:lnSpc>
              <a:buFontTx/>
              <a:buNone/>
            </a:pPr>
            <a:r>
              <a:rPr lang="en-US" sz="2000" spc="-60">
                <a:solidFill>
                  <a:srgbClr val="000000"/>
                </a:solidFill>
                <a:latin typeface="Inter" charset="0"/>
                <a:ea typeface="Inter" charset="0"/>
                <a:cs typeface="Inter" charset="0"/>
              </a:rPr>
              <a:t>Thank you for your attention.</a:t>
            </a:r>
            <a:endParaRPr lang="ko-KR" altLang="en-US" sz="2000">
              <a:solidFill>
                <a:srgbClr val="000000"/>
              </a:solidFill>
              <a:latin typeface="Inter" charset="0"/>
              <a:ea typeface="Inter" charset="0"/>
              <a:cs typeface="Inter" charset="0"/>
            </a:endParaRPr>
          </a:p>
        </p:txBody>
      </p:sp>
      <p:sp>
        <p:nvSpPr>
          <p:cNvPr id="8" name="Freeform 8"/>
          <p:cNvSpPr>
            <a:spLocks/>
          </p:cNvSpPr>
          <p:nvPr/>
        </p:nvSpPr>
        <p:spPr>
          <a:xfrm rot="0">
            <a:off x="8919210" y="3650615"/>
            <a:ext cx="450850" cy="342900"/>
          </a:xfrm>
          <a:custGeom>
            <a:gdLst>
              <a:gd fmla="*/ 0 w 450206" name="TX0"/>
              <a:gd fmla="*/ 0 h 342157" name="TY0"/>
              <a:gd fmla="*/ 450206 w 450206" name="TX1"/>
              <a:gd fmla="*/ 0 h 342157" name="TY1"/>
              <a:gd fmla="*/ 450206 w 450206" name="TX2"/>
              <a:gd fmla="*/ 342156 h 342157" name="TY2"/>
              <a:gd fmla="*/ 0 w 450206" name="TX3"/>
              <a:gd fmla="*/ 342156 h 342157" name="TY3"/>
              <a:gd fmla="*/ 0 w 450206" name="TX4"/>
              <a:gd fmla="*/ 0 h 342157" name="TY4"/>
            </a:gdLst>
            <a:cxnLst>
              <a:cxn ang="0">
                <a:pos x="TX0" y="TY0"/>
              </a:cxn>
              <a:cxn ang="0">
                <a:pos x="TX1" y="TY1"/>
              </a:cxn>
              <a:cxn ang="0">
                <a:pos x="TX2" y="TY2"/>
              </a:cxn>
              <a:cxn ang="0">
                <a:pos x="TX3" y="TY3"/>
              </a:cxn>
              <a:cxn ang="0">
                <a:pos x="TX4" y="TY4"/>
              </a:cxn>
            </a:cxnLst>
            <a:rect l="l" t="t" r="r" b="b"/>
            <a:pathLst>
              <a:path w="450206" h="342157">
                <a:moveTo>
                  <a:pt x="0" y="0"/>
                </a:moveTo>
                <a:lnTo>
                  <a:pt x="450206" y="0"/>
                </a:lnTo>
                <a:lnTo>
                  <a:pt x="450206" y="342156"/>
                </a:lnTo>
                <a:lnTo>
                  <a:pt x="0" y="3421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9" name="Freeform 9"/>
          <p:cNvSpPr>
            <a:spLocks/>
          </p:cNvSpPr>
          <p:nvPr/>
        </p:nvSpPr>
        <p:spPr>
          <a:xfrm rot="0">
            <a:off x="8919210" y="7133590"/>
            <a:ext cx="450850" cy="342900"/>
          </a:xfrm>
          <a:custGeom>
            <a:gdLst>
              <a:gd fmla="*/ 450206 w 450206" name="TX0"/>
              <a:gd fmla="*/ 342156 h 342157" name="TY0"/>
              <a:gd fmla="*/ 0 w 450206" name="TX1"/>
              <a:gd fmla="*/ 342156 h 342157" name="TY1"/>
              <a:gd fmla="*/ 0 w 450206" name="TX2"/>
              <a:gd fmla="*/ 0 h 342157" name="TY2"/>
              <a:gd fmla="*/ 450206 w 450206" name="TX3"/>
              <a:gd fmla="*/ 0 h 342157" name="TY3"/>
              <a:gd fmla="*/ 450206 w 450206" name="TX4"/>
              <a:gd fmla="*/ 342156 h 342157" name="TY4"/>
            </a:gdLst>
            <a:cxnLst>
              <a:cxn ang="0">
                <a:pos x="TX0" y="TY0"/>
              </a:cxn>
              <a:cxn ang="0">
                <a:pos x="TX1" y="TY1"/>
              </a:cxn>
              <a:cxn ang="0">
                <a:pos x="TX2" y="TY2"/>
              </a:cxn>
              <a:cxn ang="0">
                <a:pos x="TX3" y="TY3"/>
              </a:cxn>
              <a:cxn ang="0">
                <a:pos x="TX4" y="TY4"/>
              </a:cxn>
            </a:cxnLst>
            <a:rect l="l" t="t" r="r" b="b"/>
            <a:pathLst>
              <a:path w="450206" h="342157">
                <a:moveTo>
                  <a:pt x="450206" y="342156"/>
                </a:moveTo>
                <a:lnTo>
                  <a:pt x="0" y="342156"/>
                </a:lnTo>
                <a:lnTo>
                  <a:pt x="0" y="0"/>
                </a:lnTo>
                <a:lnTo>
                  <a:pt x="450206" y="0"/>
                </a:lnTo>
                <a:lnTo>
                  <a:pt x="450206" y="342156"/>
                </a:lnTo>
                <a:close/>
              </a:path>
            </a:pathLst>
          </a:custGeom>
          <a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13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jongmin7991</cp:lastModifiedBy>
  <dc:title>블루 심플한 레이아웃 프로젝트 비지니스 마케팅 강의 활용 프레젠테이션</dc:title>
  <cp:version>10.105.307.56236</cp:version>
  <dcterms:modified xsi:type="dcterms:W3CDTF">2011-08-01T06:04:30Z</dcterms:modified>
</cp:coreProperties>
</file>